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4"/>
  </p:notesMasterIdLst>
  <p:sldIdLst>
    <p:sldId id="256" r:id="rId2"/>
    <p:sldId id="311" r:id="rId3"/>
    <p:sldId id="312" r:id="rId4"/>
    <p:sldId id="313" r:id="rId5"/>
    <p:sldId id="314" r:id="rId6"/>
    <p:sldId id="316" r:id="rId7"/>
    <p:sldId id="315" r:id="rId8"/>
    <p:sldId id="257" r:id="rId9"/>
    <p:sldId id="260" r:id="rId10"/>
    <p:sldId id="261" r:id="rId11"/>
    <p:sldId id="317" r:id="rId12"/>
    <p:sldId id="318" r:id="rId13"/>
    <p:sldId id="265" r:id="rId14"/>
    <p:sldId id="273" r:id="rId15"/>
    <p:sldId id="277" r:id="rId16"/>
    <p:sldId id="278" r:id="rId17"/>
    <p:sldId id="319" r:id="rId18"/>
    <p:sldId id="320" r:id="rId19"/>
    <p:sldId id="281" r:id="rId20"/>
    <p:sldId id="282" r:id="rId21"/>
    <p:sldId id="283" r:id="rId22"/>
    <p:sldId id="290" r:id="rId23"/>
  </p:sldIdLst>
  <p:sldSz cx="9144000" cy="5143500" type="screen16x9"/>
  <p:notesSz cx="6858000" cy="9144000"/>
  <p:embeddedFontLst>
    <p:embeddedFont>
      <p:font typeface="Archivo" panose="020B0604020202020204" charset="0"/>
      <p:regular r:id="rId25"/>
      <p:bold r:id="rId26"/>
      <p:italic r:id="rId27"/>
      <p:boldItalic r:id="rId28"/>
    </p:embeddedFont>
    <p:embeddedFont>
      <p:font typeface="IBM Plex Serif" panose="02060503050406000203" pitchFamily="18" charset="0"/>
      <p:regular r:id="rId29"/>
      <p:bold r:id="rId30"/>
      <p:italic r:id="rId31"/>
      <p:boldItalic r:id="rId32"/>
    </p:embeddedFont>
    <p:embeddedFont>
      <p:font typeface="IBM Plex Serif SemiBold" panose="02060703050406000203" pitchFamily="18" charset="0"/>
      <p:regular r:id="rId33"/>
      <p:bold r:id="rId34"/>
      <p:italic r:id="rId35"/>
      <p:boldItalic r:id="rId36"/>
    </p:embeddedFont>
    <p:embeddedFont>
      <p:font typeface="Playball" panose="020B0604020202020204" charset="0"/>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76A2AE-5942-40A8-B2DC-3627F884A330}">
  <a:tblStyle styleId="{3A76A2AE-5942-40A8-B2DC-3627F884A3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A65C5F45-9EDC-FDC1-371B-0E4406F75C98}"/>
            </a:ext>
          </a:extLst>
        </p:cNvPr>
        <p:cNvGrpSpPr/>
        <p:nvPr/>
      </p:nvGrpSpPr>
      <p:grpSpPr>
        <a:xfrm>
          <a:off x="0" y="0"/>
          <a:ext cx="0" cy="0"/>
          <a:chOff x="0" y="0"/>
          <a:chExt cx="0" cy="0"/>
        </a:xfrm>
      </p:grpSpPr>
      <p:sp>
        <p:nvSpPr>
          <p:cNvPr id="254" name="Google Shape;254;gd431007ba2_0_208:notes">
            <a:extLst>
              <a:ext uri="{FF2B5EF4-FFF2-40B4-BE49-F238E27FC236}">
                <a16:creationId xmlns:a16="http://schemas.microsoft.com/office/drawing/2014/main" id="{67392EE8-41AE-1E41-8B20-C0859ED99D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a:extLst>
              <a:ext uri="{FF2B5EF4-FFF2-40B4-BE49-F238E27FC236}">
                <a16:creationId xmlns:a16="http://schemas.microsoft.com/office/drawing/2014/main" id="{9530F2BE-CB3B-AB6C-5EEE-BEB4997F9D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9466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ABD84BF1-6D7B-2A1A-EEA2-1B00B84D2269}"/>
            </a:ext>
          </a:extLst>
        </p:cNvPr>
        <p:cNvGrpSpPr/>
        <p:nvPr/>
      </p:nvGrpSpPr>
      <p:grpSpPr>
        <a:xfrm>
          <a:off x="0" y="0"/>
          <a:ext cx="0" cy="0"/>
          <a:chOff x="0" y="0"/>
          <a:chExt cx="0" cy="0"/>
        </a:xfrm>
      </p:grpSpPr>
      <p:sp>
        <p:nvSpPr>
          <p:cNvPr id="254" name="Google Shape;254;gd431007ba2_0_208:notes">
            <a:extLst>
              <a:ext uri="{FF2B5EF4-FFF2-40B4-BE49-F238E27FC236}">
                <a16:creationId xmlns:a16="http://schemas.microsoft.com/office/drawing/2014/main" id="{108D4FDD-1106-56E3-09E4-D69A52FF77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a:extLst>
              <a:ext uri="{FF2B5EF4-FFF2-40B4-BE49-F238E27FC236}">
                <a16:creationId xmlns:a16="http://schemas.microsoft.com/office/drawing/2014/main" id="{DE70C587-BA80-4517-08D3-48542B46B3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3918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887213E6-5ECC-8B59-58DA-E6BF1E4BAC09}"/>
            </a:ext>
          </a:extLst>
        </p:cNvPr>
        <p:cNvGrpSpPr/>
        <p:nvPr/>
      </p:nvGrpSpPr>
      <p:grpSpPr>
        <a:xfrm>
          <a:off x="0" y="0"/>
          <a:ext cx="0" cy="0"/>
          <a:chOff x="0" y="0"/>
          <a:chExt cx="0" cy="0"/>
        </a:xfrm>
      </p:grpSpPr>
      <p:sp>
        <p:nvSpPr>
          <p:cNvPr id="254" name="Google Shape;254;gd431007ba2_0_208:notes">
            <a:extLst>
              <a:ext uri="{FF2B5EF4-FFF2-40B4-BE49-F238E27FC236}">
                <a16:creationId xmlns:a16="http://schemas.microsoft.com/office/drawing/2014/main" id="{348FE355-2DD9-D9D0-B256-936FB3B508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a:extLst>
              <a:ext uri="{FF2B5EF4-FFF2-40B4-BE49-F238E27FC236}">
                <a16:creationId xmlns:a16="http://schemas.microsoft.com/office/drawing/2014/main" id="{62414536-296D-48EC-B2F0-4BBCFA2C87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888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53637D1E-0C92-3486-EC5D-8C2580E191A5}"/>
            </a:ext>
          </a:extLst>
        </p:cNvPr>
        <p:cNvGrpSpPr/>
        <p:nvPr/>
      </p:nvGrpSpPr>
      <p:grpSpPr>
        <a:xfrm>
          <a:off x="0" y="0"/>
          <a:ext cx="0" cy="0"/>
          <a:chOff x="0" y="0"/>
          <a:chExt cx="0" cy="0"/>
        </a:xfrm>
      </p:grpSpPr>
      <p:sp>
        <p:nvSpPr>
          <p:cNvPr id="254" name="Google Shape;254;gd431007ba2_0_208:notes">
            <a:extLst>
              <a:ext uri="{FF2B5EF4-FFF2-40B4-BE49-F238E27FC236}">
                <a16:creationId xmlns:a16="http://schemas.microsoft.com/office/drawing/2014/main" id="{716F5FCA-20EE-8625-D7F6-1C2DE27E7D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a:extLst>
              <a:ext uri="{FF2B5EF4-FFF2-40B4-BE49-F238E27FC236}">
                <a16:creationId xmlns:a16="http://schemas.microsoft.com/office/drawing/2014/main" id="{62A1C604-7906-E59E-3FC6-E0875271DD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9409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5F2197C3-01EA-ABB4-24AB-77D56F53E389}"/>
            </a:ext>
          </a:extLst>
        </p:cNvPr>
        <p:cNvGrpSpPr/>
        <p:nvPr/>
      </p:nvGrpSpPr>
      <p:grpSpPr>
        <a:xfrm>
          <a:off x="0" y="0"/>
          <a:ext cx="0" cy="0"/>
          <a:chOff x="0" y="0"/>
          <a:chExt cx="0" cy="0"/>
        </a:xfrm>
      </p:grpSpPr>
      <p:sp>
        <p:nvSpPr>
          <p:cNvPr id="254" name="Google Shape;254;gd431007ba2_0_208:notes">
            <a:extLst>
              <a:ext uri="{FF2B5EF4-FFF2-40B4-BE49-F238E27FC236}">
                <a16:creationId xmlns:a16="http://schemas.microsoft.com/office/drawing/2014/main" id="{DF1DEAF9-D6D7-2235-4B80-4D47D98A8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a:extLst>
              <a:ext uri="{FF2B5EF4-FFF2-40B4-BE49-F238E27FC236}">
                <a16:creationId xmlns:a16="http://schemas.microsoft.com/office/drawing/2014/main" id="{6710F7EA-EBBF-D668-F299-5CF66D06D6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6999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2E41C9FF-45E7-8510-BD63-B910AF4F6EBA}"/>
            </a:ext>
          </a:extLst>
        </p:cNvPr>
        <p:cNvGrpSpPr/>
        <p:nvPr/>
      </p:nvGrpSpPr>
      <p:grpSpPr>
        <a:xfrm>
          <a:off x="0" y="0"/>
          <a:ext cx="0" cy="0"/>
          <a:chOff x="0" y="0"/>
          <a:chExt cx="0" cy="0"/>
        </a:xfrm>
      </p:grpSpPr>
      <p:sp>
        <p:nvSpPr>
          <p:cNvPr id="254" name="Google Shape;254;gd431007ba2_0_208:notes">
            <a:extLst>
              <a:ext uri="{FF2B5EF4-FFF2-40B4-BE49-F238E27FC236}">
                <a16:creationId xmlns:a16="http://schemas.microsoft.com/office/drawing/2014/main" id="{2BDDAEF7-F17C-4438-F697-521D1F7777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a:extLst>
              <a:ext uri="{FF2B5EF4-FFF2-40B4-BE49-F238E27FC236}">
                <a16:creationId xmlns:a16="http://schemas.microsoft.com/office/drawing/2014/main" id="{1210A638-E584-68E4-5181-FE91D9663D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1242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a:extLst>
            <a:ext uri="{FF2B5EF4-FFF2-40B4-BE49-F238E27FC236}">
              <a16:creationId xmlns:a16="http://schemas.microsoft.com/office/drawing/2014/main" id="{FD5D06AF-167B-FB55-9002-01A871A16A4E}"/>
            </a:ext>
          </a:extLst>
        </p:cNvPr>
        <p:cNvGrpSpPr/>
        <p:nvPr/>
      </p:nvGrpSpPr>
      <p:grpSpPr>
        <a:xfrm>
          <a:off x="0" y="0"/>
          <a:ext cx="0" cy="0"/>
          <a:chOff x="0" y="0"/>
          <a:chExt cx="0" cy="0"/>
        </a:xfrm>
      </p:grpSpPr>
      <p:sp>
        <p:nvSpPr>
          <p:cNvPr id="324" name="Google Shape;324;g14072739ea5_12_0:notes">
            <a:extLst>
              <a:ext uri="{FF2B5EF4-FFF2-40B4-BE49-F238E27FC236}">
                <a16:creationId xmlns:a16="http://schemas.microsoft.com/office/drawing/2014/main" id="{30E6F41E-A2C3-2767-F3FC-B70E25659D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4072739ea5_12_0:notes">
            <a:extLst>
              <a:ext uri="{FF2B5EF4-FFF2-40B4-BE49-F238E27FC236}">
                <a16:creationId xmlns:a16="http://schemas.microsoft.com/office/drawing/2014/main" id="{B067D0E6-8657-F77D-B33E-11E72E06E4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5136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a:extLst>
            <a:ext uri="{FF2B5EF4-FFF2-40B4-BE49-F238E27FC236}">
              <a16:creationId xmlns:a16="http://schemas.microsoft.com/office/drawing/2014/main" id="{D5FC1452-192C-1DE1-4120-51F469AA904D}"/>
            </a:ext>
          </a:extLst>
        </p:cNvPr>
        <p:cNvGrpSpPr/>
        <p:nvPr/>
      </p:nvGrpSpPr>
      <p:grpSpPr>
        <a:xfrm>
          <a:off x="0" y="0"/>
          <a:ext cx="0" cy="0"/>
          <a:chOff x="0" y="0"/>
          <a:chExt cx="0" cy="0"/>
        </a:xfrm>
      </p:grpSpPr>
      <p:sp>
        <p:nvSpPr>
          <p:cNvPr id="324" name="Google Shape;324;g14072739ea5_12_0:notes">
            <a:extLst>
              <a:ext uri="{FF2B5EF4-FFF2-40B4-BE49-F238E27FC236}">
                <a16:creationId xmlns:a16="http://schemas.microsoft.com/office/drawing/2014/main" id="{1384A66E-CBB6-6E93-457C-0F81A133A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4072739ea5_12_0:notes">
            <a:extLst>
              <a:ext uri="{FF2B5EF4-FFF2-40B4-BE49-F238E27FC236}">
                <a16:creationId xmlns:a16="http://schemas.microsoft.com/office/drawing/2014/main" id="{D357FA83-8DED-640A-9E3E-BF8D8ED245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4669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fe728b7a1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fe728b7a1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fe728b7a1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fe728b7a1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14b2d58739c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14b2d58739c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a:extLst>
            <a:ext uri="{FF2B5EF4-FFF2-40B4-BE49-F238E27FC236}">
              <a16:creationId xmlns:a16="http://schemas.microsoft.com/office/drawing/2014/main" id="{4EC27D61-ED79-2FC6-BBBC-1879BEF1B685}"/>
            </a:ext>
          </a:extLst>
        </p:cNvPr>
        <p:cNvGrpSpPr/>
        <p:nvPr/>
      </p:nvGrpSpPr>
      <p:grpSpPr>
        <a:xfrm>
          <a:off x="0" y="0"/>
          <a:ext cx="0" cy="0"/>
          <a:chOff x="0" y="0"/>
          <a:chExt cx="0" cy="0"/>
        </a:xfrm>
      </p:grpSpPr>
      <p:sp>
        <p:nvSpPr>
          <p:cNvPr id="639" name="Google Shape;639;g14b2d58739c_0_12:notes">
            <a:extLst>
              <a:ext uri="{FF2B5EF4-FFF2-40B4-BE49-F238E27FC236}">
                <a16:creationId xmlns:a16="http://schemas.microsoft.com/office/drawing/2014/main" id="{C3826FC3-42F2-0179-9AB5-E4BD4BEC72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14b2d58739c_0_12:notes">
            <a:extLst>
              <a:ext uri="{FF2B5EF4-FFF2-40B4-BE49-F238E27FC236}">
                <a16:creationId xmlns:a16="http://schemas.microsoft.com/office/drawing/2014/main" id="{D77FD62B-7BD5-FED1-9291-9B54E0E0E0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6491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a:extLst>
            <a:ext uri="{FF2B5EF4-FFF2-40B4-BE49-F238E27FC236}">
              <a16:creationId xmlns:a16="http://schemas.microsoft.com/office/drawing/2014/main" id="{7CF3ADFF-9EC4-F6AA-D330-6CD0CFF969CE}"/>
            </a:ext>
          </a:extLst>
        </p:cNvPr>
        <p:cNvGrpSpPr/>
        <p:nvPr/>
      </p:nvGrpSpPr>
      <p:grpSpPr>
        <a:xfrm>
          <a:off x="0" y="0"/>
          <a:ext cx="0" cy="0"/>
          <a:chOff x="0" y="0"/>
          <a:chExt cx="0" cy="0"/>
        </a:xfrm>
      </p:grpSpPr>
      <p:sp>
        <p:nvSpPr>
          <p:cNvPr id="628" name="Google Shape;628;gfe728b7a13_0_12:notes">
            <a:extLst>
              <a:ext uri="{FF2B5EF4-FFF2-40B4-BE49-F238E27FC236}">
                <a16:creationId xmlns:a16="http://schemas.microsoft.com/office/drawing/2014/main" id="{8CF6CCCE-7AF8-8032-EE24-08095575E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fe728b7a13_0_12:notes">
            <a:extLst>
              <a:ext uri="{FF2B5EF4-FFF2-40B4-BE49-F238E27FC236}">
                <a16:creationId xmlns:a16="http://schemas.microsoft.com/office/drawing/2014/main" id="{2B5E9B0D-15CB-B7ED-9783-A0DBAEA19F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7580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54dda1946d_4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54dda1946d_4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1" name="Google Shape;89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bit.ly/2TyoMsr" TargetMode="External"/><Relationship Id="rId7" Type="http://schemas.openxmlformats.org/officeDocument/2006/relationships/image" Target="../media/image3.png"/><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hyperlink" Target="http://bit.ly/2TtBDfr" TargetMode="External"/><Relationship Id="rId9"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2307600" y="3546325"/>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accen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title"/>
          </p:nvPr>
        </p:nvSpPr>
        <p:spPr>
          <a:xfrm>
            <a:off x="1232975" y="998150"/>
            <a:ext cx="6678000" cy="2258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Playball"/>
              <a:buNone/>
              <a:defRPr sz="5000">
                <a:latin typeface="Playball"/>
                <a:ea typeface="Playball"/>
                <a:cs typeface="Playball"/>
                <a:sym typeface="Playba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pic>
        <p:nvPicPr>
          <p:cNvPr id="11" name="Google Shape;11;p2"/>
          <p:cNvPicPr preferRelativeResize="0"/>
          <p:nvPr/>
        </p:nvPicPr>
        <p:blipFill>
          <a:blip r:embed="rId2">
            <a:alphaModFix/>
          </a:blip>
          <a:stretch>
            <a:fillRect/>
          </a:stretch>
        </p:blipFill>
        <p:spPr>
          <a:xfrm rot="10800000" flipH="1">
            <a:off x="-2817287" y="-1704375"/>
            <a:ext cx="4667250" cy="3838575"/>
          </a:xfrm>
          <a:prstGeom prst="rect">
            <a:avLst/>
          </a:prstGeom>
          <a:noFill/>
          <a:ln>
            <a:noFill/>
          </a:ln>
        </p:spPr>
      </p:pic>
      <p:pic>
        <p:nvPicPr>
          <p:cNvPr id="12" name="Google Shape;12;p2"/>
          <p:cNvPicPr preferRelativeResize="0"/>
          <p:nvPr/>
        </p:nvPicPr>
        <p:blipFill>
          <a:blip r:embed="rId2">
            <a:alphaModFix/>
          </a:blip>
          <a:stretch>
            <a:fillRect/>
          </a:stretch>
        </p:blipFill>
        <p:spPr>
          <a:xfrm>
            <a:off x="6669525" y="2436813"/>
            <a:ext cx="4667250" cy="3838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925075" y="2563275"/>
            <a:ext cx="4625700" cy="841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7500">
                <a:solidFill>
                  <a:schemeClr val="accent1"/>
                </a:solidFill>
                <a:latin typeface="Playball"/>
                <a:ea typeface="Playball"/>
                <a:cs typeface="Playball"/>
                <a:sym typeface="Playba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2290600" y="1281075"/>
            <a:ext cx="1894800" cy="1234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400">
                <a:solidFill>
                  <a:schemeClr val="accent1"/>
                </a:solidFill>
                <a:latin typeface="IBM Plex Serif SemiBold"/>
                <a:ea typeface="IBM Plex Serif SemiBold"/>
                <a:cs typeface="IBM Plex Serif SemiBold"/>
                <a:sym typeface="IBM Plex Serif Semi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a:spLocks noGrp="1"/>
          </p:cNvSpPr>
          <p:nvPr>
            <p:ph type="subTitle" idx="1"/>
          </p:nvPr>
        </p:nvSpPr>
        <p:spPr>
          <a:xfrm>
            <a:off x="925150" y="3379275"/>
            <a:ext cx="4625700" cy="37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atin typeface="Playball"/>
                <a:ea typeface="Playball"/>
                <a:cs typeface="Playball"/>
                <a:sym typeface="Playba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2" name="Google Shape;32;p6"/>
          <p:cNvPicPr preferRelativeResize="0"/>
          <p:nvPr/>
        </p:nvPicPr>
        <p:blipFill>
          <a:blip r:embed="rId2">
            <a:alphaModFix/>
          </a:blip>
          <a:stretch>
            <a:fillRect/>
          </a:stretch>
        </p:blipFill>
        <p:spPr>
          <a:xfrm rot="-1768694" flipH="1">
            <a:off x="7422493" y="-1744208"/>
            <a:ext cx="4246990" cy="3492941"/>
          </a:xfrm>
          <a:prstGeom prst="rect">
            <a:avLst/>
          </a:prstGeom>
          <a:noFill/>
          <a:ln>
            <a:noFill/>
          </a:ln>
        </p:spPr>
      </p:pic>
      <p:pic>
        <p:nvPicPr>
          <p:cNvPr id="33" name="Google Shape;33;p6"/>
          <p:cNvPicPr preferRelativeResize="0"/>
          <p:nvPr/>
        </p:nvPicPr>
        <p:blipFill>
          <a:blip r:embed="rId2">
            <a:alphaModFix/>
          </a:blip>
          <a:stretch>
            <a:fillRect/>
          </a:stretch>
        </p:blipFill>
        <p:spPr>
          <a:xfrm rot="10450904" flipH="1">
            <a:off x="-1647903" y="3182982"/>
            <a:ext cx="2986155" cy="245596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1">
  <p:cSld name="CUSTOM_10">
    <p:bg>
      <p:bgPr>
        <a:solidFill>
          <a:schemeClr val="lt1"/>
        </a:solidFill>
        <a:effectLst/>
      </p:bgPr>
    </p:bg>
    <p:spTree>
      <p:nvGrpSpPr>
        <p:cNvPr id="1" name="Shape 73"/>
        <p:cNvGrpSpPr/>
        <p:nvPr/>
      </p:nvGrpSpPr>
      <p:grpSpPr>
        <a:xfrm>
          <a:off x="0" y="0"/>
          <a:ext cx="0" cy="0"/>
          <a:chOff x="0" y="0"/>
          <a:chExt cx="0" cy="0"/>
        </a:xfrm>
      </p:grpSpPr>
      <p:pic>
        <p:nvPicPr>
          <p:cNvPr id="74" name="Google Shape;74;p15"/>
          <p:cNvPicPr preferRelativeResize="0"/>
          <p:nvPr/>
        </p:nvPicPr>
        <p:blipFill>
          <a:blip r:embed="rId2">
            <a:alphaModFix/>
          </a:blip>
          <a:stretch>
            <a:fillRect/>
          </a:stretch>
        </p:blipFill>
        <p:spPr>
          <a:xfrm>
            <a:off x="6757675" y="-1770612"/>
            <a:ext cx="5362575" cy="4105275"/>
          </a:xfrm>
          <a:prstGeom prst="rect">
            <a:avLst/>
          </a:prstGeom>
          <a:noFill/>
          <a:ln>
            <a:noFill/>
          </a:ln>
        </p:spPr>
      </p:pic>
      <p:sp>
        <p:nvSpPr>
          <p:cNvPr id="75" name="Google Shape;75;p15"/>
          <p:cNvSpPr txBox="1">
            <a:spLocks noGrp="1"/>
          </p:cNvSpPr>
          <p:nvPr>
            <p:ph type="title"/>
          </p:nvPr>
        </p:nvSpPr>
        <p:spPr>
          <a:xfrm>
            <a:off x="3271900" y="2410875"/>
            <a:ext cx="552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500">
                <a:solidFill>
                  <a:schemeClr val="accent1"/>
                </a:solidFill>
                <a:latin typeface="Playball"/>
                <a:ea typeface="Playball"/>
                <a:cs typeface="Playball"/>
                <a:sym typeface="Playba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6" name="Google Shape;76;p15"/>
          <p:cNvSpPr txBox="1">
            <a:spLocks noGrp="1"/>
          </p:cNvSpPr>
          <p:nvPr>
            <p:ph type="title" idx="2" hasCustomPrompt="1"/>
          </p:nvPr>
        </p:nvSpPr>
        <p:spPr>
          <a:xfrm>
            <a:off x="5085000" y="1281075"/>
            <a:ext cx="1894800" cy="1234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400">
                <a:solidFill>
                  <a:schemeClr val="accent1"/>
                </a:solidFill>
                <a:latin typeface="IBM Plex Serif SemiBold"/>
                <a:ea typeface="IBM Plex Serif SemiBold"/>
                <a:cs typeface="IBM Plex Serif SemiBold"/>
                <a:sym typeface="IBM Plex Serif Semi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7" name="Google Shape;77;p15"/>
          <p:cNvSpPr txBox="1">
            <a:spLocks noGrp="1"/>
          </p:cNvSpPr>
          <p:nvPr>
            <p:ph type="subTitle" idx="1"/>
          </p:nvPr>
        </p:nvSpPr>
        <p:spPr>
          <a:xfrm>
            <a:off x="3719550" y="3328875"/>
            <a:ext cx="4625700" cy="37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78" name="Google Shape;78;p15"/>
          <p:cNvPicPr preferRelativeResize="0"/>
          <p:nvPr/>
        </p:nvPicPr>
        <p:blipFill>
          <a:blip r:embed="rId2">
            <a:alphaModFix/>
          </a:blip>
          <a:stretch>
            <a:fillRect/>
          </a:stretch>
        </p:blipFill>
        <p:spPr>
          <a:xfrm rot="2086979">
            <a:off x="-1037900" y="2676687"/>
            <a:ext cx="5362574" cy="4105275"/>
          </a:xfrm>
          <a:prstGeom prst="rect">
            <a:avLst/>
          </a:prstGeom>
          <a:noFill/>
          <a:ln>
            <a:noFill/>
          </a:ln>
        </p:spPr>
      </p:pic>
      <p:pic>
        <p:nvPicPr>
          <p:cNvPr id="79" name="Google Shape;79;p15"/>
          <p:cNvPicPr preferRelativeResize="0"/>
          <p:nvPr/>
        </p:nvPicPr>
        <p:blipFill>
          <a:blip r:embed="rId3">
            <a:alphaModFix/>
          </a:blip>
          <a:stretch>
            <a:fillRect/>
          </a:stretch>
        </p:blipFill>
        <p:spPr>
          <a:xfrm>
            <a:off x="7784098" y="119375"/>
            <a:ext cx="2228500" cy="24524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2">
  <p:cSld name="CUSTOM_10_1">
    <p:bg>
      <p:bgPr>
        <a:solidFill>
          <a:schemeClr val="lt1"/>
        </a:solidFill>
        <a:effectLst/>
      </p:bgPr>
    </p:bg>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2259125" y="2258475"/>
            <a:ext cx="4625700" cy="13824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3600"/>
              <a:buNone/>
              <a:defRPr sz="7500">
                <a:solidFill>
                  <a:schemeClr val="accent1"/>
                </a:solidFill>
                <a:latin typeface="Playball"/>
                <a:ea typeface="Playball"/>
                <a:cs typeface="Playball"/>
                <a:sym typeface="Playba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2" name="Google Shape;82;p16"/>
          <p:cNvSpPr txBox="1">
            <a:spLocks noGrp="1"/>
          </p:cNvSpPr>
          <p:nvPr>
            <p:ph type="title" idx="2" hasCustomPrompt="1"/>
          </p:nvPr>
        </p:nvSpPr>
        <p:spPr>
          <a:xfrm>
            <a:off x="3624638" y="900075"/>
            <a:ext cx="1894800" cy="1234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400">
                <a:solidFill>
                  <a:schemeClr val="accent1"/>
                </a:solidFill>
                <a:latin typeface="IBM Plex Serif SemiBold"/>
                <a:ea typeface="IBM Plex Serif SemiBold"/>
                <a:cs typeface="IBM Plex Serif SemiBold"/>
                <a:sym typeface="IBM Plex Serif Semi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16"/>
          <p:cNvSpPr txBox="1">
            <a:spLocks noGrp="1"/>
          </p:cNvSpPr>
          <p:nvPr>
            <p:ph type="subTitle" idx="1"/>
          </p:nvPr>
        </p:nvSpPr>
        <p:spPr>
          <a:xfrm>
            <a:off x="2259188" y="3852272"/>
            <a:ext cx="4625700" cy="37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84" name="Google Shape;84;p16"/>
          <p:cNvPicPr preferRelativeResize="0"/>
          <p:nvPr/>
        </p:nvPicPr>
        <p:blipFill>
          <a:blip r:embed="rId2">
            <a:alphaModFix/>
          </a:blip>
          <a:stretch>
            <a:fillRect/>
          </a:stretch>
        </p:blipFill>
        <p:spPr>
          <a:xfrm>
            <a:off x="-2528087" y="-371687"/>
            <a:ext cx="5362575" cy="4105275"/>
          </a:xfrm>
          <a:prstGeom prst="rect">
            <a:avLst/>
          </a:prstGeom>
          <a:noFill/>
          <a:ln>
            <a:noFill/>
          </a:ln>
        </p:spPr>
      </p:pic>
      <p:pic>
        <p:nvPicPr>
          <p:cNvPr id="85" name="Google Shape;85;p16"/>
          <p:cNvPicPr preferRelativeResize="0"/>
          <p:nvPr/>
        </p:nvPicPr>
        <p:blipFill>
          <a:blip r:embed="rId2">
            <a:alphaModFix/>
          </a:blip>
          <a:stretch>
            <a:fillRect/>
          </a:stretch>
        </p:blipFill>
        <p:spPr>
          <a:xfrm rot="2086979">
            <a:off x="6306550" y="2611912"/>
            <a:ext cx="5362574" cy="4105275"/>
          </a:xfrm>
          <a:prstGeom prst="rect">
            <a:avLst/>
          </a:prstGeom>
          <a:noFill/>
          <a:ln>
            <a:noFill/>
          </a:ln>
        </p:spPr>
      </p:pic>
      <p:pic>
        <p:nvPicPr>
          <p:cNvPr id="86" name="Google Shape;86;p16"/>
          <p:cNvPicPr preferRelativeResize="0"/>
          <p:nvPr/>
        </p:nvPicPr>
        <p:blipFill>
          <a:blip r:embed="rId3">
            <a:alphaModFix/>
          </a:blip>
          <a:stretch>
            <a:fillRect/>
          </a:stretch>
        </p:blipFill>
        <p:spPr>
          <a:xfrm>
            <a:off x="-78929" y="3027521"/>
            <a:ext cx="1431900" cy="1575775"/>
          </a:xfrm>
          <a:prstGeom prst="rect">
            <a:avLst/>
          </a:prstGeom>
          <a:noFill/>
          <a:ln>
            <a:noFill/>
          </a:ln>
        </p:spPr>
      </p:pic>
      <p:pic>
        <p:nvPicPr>
          <p:cNvPr id="87" name="Google Shape;87;p16"/>
          <p:cNvPicPr preferRelativeResize="0"/>
          <p:nvPr/>
        </p:nvPicPr>
        <p:blipFill>
          <a:blip r:embed="rId4">
            <a:alphaModFix/>
          </a:blip>
          <a:stretch>
            <a:fillRect/>
          </a:stretch>
        </p:blipFill>
        <p:spPr>
          <a:xfrm>
            <a:off x="11375" y="3541875"/>
            <a:ext cx="2397025" cy="2454500"/>
          </a:xfrm>
          <a:prstGeom prst="rect">
            <a:avLst/>
          </a:prstGeom>
          <a:noFill/>
          <a:ln>
            <a:noFill/>
          </a:ln>
        </p:spPr>
      </p:pic>
      <p:pic>
        <p:nvPicPr>
          <p:cNvPr id="88" name="Google Shape;88;p16"/>
          <p:cNvPicPr preferRelativeResize="0"/>
          <p:nvPr/>
        </p:nvPicPr>
        <p:blipFill>
          <a:blip r:embed="rId5">
            <a:alphaModFix/>
          </a:blip>
          <a:stretch>
            <a:fillRect/>
          </a:stretch>
        </p:blipFill>
        <p:spPr>
          <a:xfrm rot="2993464">
            <a:off x="7592025" y="1350438"/>
            <a:ext cx="2352675" cy="25622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864712" y="1354375"/>
            <a:ext cx="3384900" cy="1632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0" name="Google Shape;100;p19"/>
          <p:cNvSpPr txBox="1">
            <a:spLocks noGrp="1"/>
          </p:cNvSpPr>
          <p:nvPr>
            <p:ph type="subTitle" idx="1"/>
          </p:nvPr>
        </p:nvSpPr>
        <p:spPr>
          <a:xfrm>
            <a:off x="864712" y="2986350"/>
            <a:ext cx="3384900" cy="85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19"/>
          <p:cNvSpPr>
            <a:spLocks noGrp="1"/>
          </p:cNvSpPr>
          <p:nvPr>
            <p:ph type="pic" idx="2"/>
          </p:nvPr>
        </p:nvSpPr>
        <p:spPr>
          <a:xfrm>
            <a:off x="4569712" y="906600"/>
            <a:ext cx="3709500" cy="3330300"/>
          </a:xfrm>
          <a:prstGeom prst="rect">
            <a:avLst/>
          </a:prstGeom>
          <a:noFill/>
          <a:ln>
            <a:noFill/>
          </a:ln>
        </p:spPr>
      </p:sp>
      <p:pic>
        <p:nvPicPr>
          <p:cNvPr id="102" name="Google Shape;102;p19"/>
          <p:cNvPicPr preferRelativeResize="0"/>
          <p:nvPr/>
        </p:nvPicPr>
        <p:blipFill>
          <a:blip r:embed="rId2">
            <a:alphaModFix/>
          </a:blip>
          <a:stretch>
            <a:fillRect/>
          </a:stretch>
        </p:blipFill>
        <p:spPr>
          <a:xfrm rot="10450906" flipH="1">
            <a:off x="3896950" y="-1391487"/>
            <a:ext cx="4263902" cy="3506824"/>
          </a:xfrm>
          <a:prstGeom prst="rect">
            <a:avLst/>
          </a:prstGeom>
          <a:noFill/>
          <a:ln>
            <a:noFill/>
          </a:ln>
        </p:spPr>
      </p:pic>
      <p:pic>
        <p:nvPicPr>
          <p:cNvPr id="103" name="Google Shape;103;p19"/>
          <p:cNvPicPr preferRelativeResize="0"/>
          <p:nvPr/>
        </p:nvPicPr>
        <p:blipFill>
          <a:blip r:embed="rId2">
            <a:alphaModFix/>
          </a:blip>
          <a:stretch>
            <a:fillRect/>
          </a:stretch>
        </p:blipFill>
        <p:spPr>
          <a:xfrm rot="-1768687" flipH="1">
            <a:off x="5955338" y="2474775"/>
            <a:ext cx="4667249" cy="38385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720000" y="1440450"/>
            <a:ext cx="3233100" cy="1146900"/>
          </a:xfrm>
          <a:prstGeom prst="rect">
            <a:avLst/>
          </a:prstGeom>
        </p:spPr>
        <p:txBody>
          <a:bodyPr spcFirstLastPara="1" wrap="square" lIns="91425" tIns="91425" rIns="91425" bIns="91425" anchor="b" anchorCtr="0">
            <a:noAutofit/>
          </a:bodyPr>
          <a:lstStyle>
            <a:lvl1pPr lvl="0" rtl="0">
              <a:lnSpc>
                <a:spcPct val="80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6" name="Google Shape;106;p20"/>
          <p:cNvSpPr txBox="1">
            <a:spLocks noGrp="1"/>
          </p:cNvSpPr>
          <p:nvPr>
            <p:ph type="subTitle" idx="1"/>
          </p:nvPr>
        </p:nvSpPr>
        <p:spPr>
          <a:xfrm>
            <a:off x="720000" y="2546550"/>
            <a:ext cx="3510300" cy="8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107" name="Google Shape;107;p20"/>
          <p:cNvPicPr preferRelativeResize="0"/>
          <p:nvPr/>
        </p:nvPicPr>
        <p:blipFill>
          <a:blip r:embed="rId2">
            <a:alphaModFix/>
          </a:blip>
          <a:stretch>
            <a:fillRect/>
          </a:stretch>
        </p:blipFill>
        <p:spPr>
          <a:xfrm rot="364787" flipH="1">
            <a:off x="-809488" y="3648010"/>
            <a:ext cx="3045426" cy="2504703"/>
          </a:xfrm>
          <a:prstGeom prst="rect">
            <a:avLst/>
          </a:prstGeom>
          <a:noFill/>
          <a:ln>
            <a:noFill/>
          </a:ln>
        </p:spPr>
      </p:pic>
      <p:pic>
        <p:nvPicPr>
          <p:cNvPr id="108" name="Google Shape;108;p20"/>
          <p:cNvPicPr preferRelativeResize="0"/>
          <p:nvPr/>
        </p:nvPicPr>
        <p:blipFill>
          <a:blip r:embed="rId2">
            <a:alphaModFix/>
          </a:blip>
          <a:stretch>
            <a:fillRect/>
          </a:stretch>
        </p:blipFill>
        <p:spPr>
          <a:xfrm rot="10450903" flipH="1">
            <a:off x="5774914" y="-1460090"/>
            <a:ext cx="4862501" cy="399917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5553850" y="1440450"/>
            <a:ext cx="2630400" cy="1080300"/>
          </a:xfrm>
          <a:prstGeom prst="rect">
            <a:avLst/>
          </a:prstGeom>
        </p:spPr>
        <p:txBody>
          <a:bodyPr spcFirstLastPara="1" wrap="square" lIns="91425" tIns="91425" rIns="91425" bIns="91425" anchor="b" anchorCtr="0">
            <a:noAutofit/>
          </a:bodyPr>
          <a:lstStyle>
            <a:lvl1pPr lvl="0" algn="r" rtl="0">
              <a:lnSpc>
                <a:spcPct val="80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1" name="Google Shape;111;p21"/>
          <p:cNvSpPr txBox="1">
            <a:spLocks noGrp="1"/>
          </p:cNvSpPr>
          <p:nvPr>
            <p:ph type="subTitle" idx="1"/>
          </p:nvPr>
        </p:nvSpPr>
        <p:spPr>
          <a:xfrm>
            <a:off x="4743800" y="2546550"/>
            <a:ext cx="3440700" cy="897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112" name="Google Shape;112;p21"/>
          <p:cNvPicPr preferRelativeResize="0"/>
          <p:nvPr/>
        </p:nvPicPr>
        <p:blipFill>
          <a:blip r:embed="rId2">
            <a:alphaModFix/>
          </a:blip>
          <a:stretch>
            <a:fillRect/>
          </a:stretch>
        </p:blipFill>
        <p:spPr>
          <a:xfrm rot="-1768677" flipH="1">
            <a:off x="1179196" y="2567355"/>
            <a:ext cx="3933984" cy="3235491"/>
          </a:xfrm>
          <a:prstGeom prst="rect">
            <a:avLst/>
          </a:prstGeom>
          <a:noFill/>
          <a:ln>
            <a:noFill/>
          </a:ln>
        </p:spPr>
      </p:pic>
      <p:pic>
        <p:nvPicPr>
          <p:cNvPr id="113" name="Google Shape;113;p21"/>
          <p:cNvPicPr preferRelativeResize="0"/>
          <p:nvPr/>
        </p:nvPicPr>
        <p:blipFill>
          <a:blip r:embed="rId2">
            <a:alphaModFix/>
          </a:blip>
          <a:stretch>
            <a:fillRect/>
          </a:stretch>
        </p:blipFill>
        <p:spPr>
          <a:xfrm rot="10450903" flipH="1">
            <a:off x="-662284" y="-867182"/>
            <a:ext cx="3611568" cy="297034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27"/>
        <p:cNvGrpSpPr/>
        <p:nvPr/>
      </p:nvGrpSpPr>
      <p:grpSpPr>
        <a:xfrm>
          <a:off x="0" y="0"/>
          <a:ext cx="0" cy="0"/>
          <a:chOff x="0" y="0"/>
          <a:chExt cx="0" cy="0"/>
        </a:xfrm>
      </p:grpSpPr>
      <p:sp>
        <p:nvSpPr>
          <p:cNvPr id="128" name="Google Shape;128;p24"/>
          <p:cNvSpPr txBox="1">
            <a:spLocks noGrp="1"/>
          </p:cNvSpPr>
          <p:nvPr>
            <p:ph type="subTitle" idx="1"/>
          </p:nvPr>
        </p:nvSpPr>
        <p:spPr>
          <a:xfrm>
            <a:off x="4809539" y="1548650"/>
            <a:ext cx="3348900" cy="25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9" name="Google Shape;129;p24"/>
          <p:cNvSpPr txBox="1">
            <a:spLocks noGrp="1"/>
          </p:cNvSpPr>
          <p:nvPr>
            <p:ph type="subTitle" idx="2"/>
          </p:nvPr>
        </p:nvSpPr>
        <p:spPr>
          <a:xfrm>
            <a:off x="985461" y="1548650"/>
            <a:ext cx="3348900" cy="25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24"/>
          <p:cNvSpPr txBox="1">
            <a:spLocks noGrp="1"/>
          </p:cNvSpPr>
          <p:nvPr>
            <p:ph type="title"/>
          </p:nvPr>
        </p:nvSpPr>
        <p:spPr>
          <a:xfrm>
            <a:off x="1024600" y="368825"/>
            <a:ext cx="7094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atin typeface="Playball"/>
                <a:ea typeface="Playball"/>
                <a:cs typeface="Playball"/>
                <a:sym typeface="Playba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31" name="Google Shape;131;p24"/>
          <p:cNvPicPr preferRelativeResize="0"/>
          <p:nvPr/>
        </p:nvPicPr>
        <p:blipFill>
          <a:blip r:embed="rId2">
            <a:alphaModFix/>
          </a:blip>
          <a:stretch>
            <a:fillRect/>
          </a:stretch>
        </p:blipFill>
        <p:spPr>
          <a:xfrm rot="4092603">
            <a:off x="-2308977" y="3030812"/>
            <a:ext cx="4667250" cy="3838575"/>
          </a:xfrm>
          <a:prstGeom prst="rect">
            <a:avLst/>
          </a:prstGeom>
          <a:noFill/>
          <a:ln>
            <a:noFill/>
          </a:ln>
        </p:spPr>
      </p:pic>
      <p:pic>
        <p:nvPicPr>
          <p:cNvPr id="132" name="Google Shape;132;p24"/>
          <p:cNvPicPr preferRelativeResize="0"/>
          <p:nvPr/>
        </p:nvPicPr>
        <p:blipFill>
          <a:blip r:embed="rId3">
            <a:alphaModFix/>
          </a:blip>
          <a:stretch>
            <a:fillRect/>
          </a:stretch>
        </p:blipFill>
        <p:spPr>
          <a:xfrm rot="10341192">
            <a:off x="-129470" y="-558000"/>
            <a:ext cx="1830665" cy="1993718"/>
          </a:xfrm>
          <a:prstGeom prst="rect">
            <a:avLst/>
          </a:prstGeom>
          <a:noFill/>
          <a:ln>
            <a:noFill/>
          </a:ln>
        </p:spPr>
      </p:pic>
      <p:pic>
        <p:nvPicPr>
          <p:cNvPr id="133" name="Google Shape;133;p24"/>
          <p:cNvPicPr preferRelativeResize="0"/>
          <p:nvPr/>
        </p:nvPicPr>
        <p:blipFill>
          <a:blip r:embed="rId4">
            <a:alphaModFix/>
          </a:blip>
          <a:stretch>
            <a:fillRect/>
          </a:stretch>
        </p:blipFill>
        <p:spPr>
          <a:xfrm rot="-9444161" flipH="1">
            <a:off x="7950825" y="3765007"/>
            <a:ext cx="1277484" cy="1405845"/>
          </a:xfrm>
          <a:prstGeom prst="rect">
            <a:avLst/>
          </a:prstGeom>
          <a:noFill/>
          <a:ln>
            <a:noFill/>
          </a:ln>
        </p:spPr>
      </p:pic>
      <p:pic>
        <p:nvPicPr>
          <p:cNvPr id="134" name="Google Shape;134;p24"/>
          <p:cNvPicPr preferRelativeResize="0"/>
          <p:nvPr/>
        </p:nvPicPr>
        <p:blipFill>
          <a:blip r:embed="rId2">
            <a:alphaModFix/>
          </a:blip>
          <a:stretch>
            <a:fillRect/>
          </a:stretch>
        </p:blipFill>
        <p:spPr>
          <a:xfrm rot="4092598">
            <a:off x="7388854" y="-817468"/>
            <a:ext cx="2754859" cy="226573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3_1">
    <p:bg>
      <p:bgPr>
        <a:solidFill>
          <a:schemeClr val="lt1"/>
        </a:solidFill>
        <a:effectLst/>
      </p:bgPr>
    </p:bg>
    <p:spTree>
      <p:nvGrpSpPr>
        <p:cNvPr id="1" name="Shape 206"/>
        <p:cNvGrpSpPr/>
        <p:nvPr/>
      </p:nvGrpSpPr>
      <p:grpSpPr>
        <a:xfrm>
          <a:off x="0" y="0"/>
          <a:ext cx="0" cy="0"/>
          <a:chOff x="0" y="0"/>
          <a:chExt cx="0" cy="0"/>
        </a:xfrm>
      </p:grpSpPr>
      <p:sp>
        <p:nvSpPr>
          <p:cNvPr id="207" name="Google Shape;207;p30"/>
          <p:cNvSpPr txBox="1">
            <a:spLocks noGrp="1"/>
          </p:cNvSpPr>
          <p:nvPr>
            <p:ph type="title"/>
          </p:nvPr>
        </p:nvSpPr>
        <p:spPr>
          <a:xfrm>
            <a:off x="2347938" y="540000"/>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8" name="Google Shape;208;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9" name="Google Shape;209;p30"/>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accent1"/>
                </a:solidFill>
                <a:latin typeface="Archivo"/>
                <a:ea typeface="Archivo"/>
                <a:cs typeface="Archivo"/>
                <a:sym typeface="Archivo"/>
              </a:rPr>
              <a:t>CREDITS:</a:t>
            </a:r>
            <a:r>
              <a:rPr lang="en" sz="1200">
                <a:solidFill>
                  <a:schemeClr val="accent1"/>
                </a:solidFill>
                <a:latin typeface="Archivo"/>
                <a:ea typeface="Archivo"/>
                <a:cs typeface="Archivo"/>
                <a:sym typeface="Archivo"/>
              </a:rPr>
              <a:t> This presentation template was created by </a:t>
            </a:r>
            <a:r>
              <a:rPr lang="en" sz="1200" b="1" u="sng">
                <a:solidFill>
                  <a:schemeClr val="accent1"/>
                </a:solidFill>
                <a:latin typeface="Archivo"/>
                <a:ea typeface="Archivo"/>
                <a:cs typeface="Archivo"/>
                <a:sym typeface="Archivo"/>
                <a:hlinkClick r:id="rId2">
                  <a:extLst>
                    <a:ext uri="{A12FA001-AC4F-418D-AE19-62706E023703}">
                      <ahyp:hlinkClr xmlns:ahyp="http://schemas.microsoft.com/office/drawing/2018/hyperlinkcolor" val="tx"/>
                    </a:ext>
                  </a:extLst>
                </a:hlinkClick>
              </a:rPr>
              <a:t>Slidesgo</a:t>
            </a:r>
            <a:r>
              <a:rPr lang="en" sz="1200">
                <a:solidFill>
                  <a:schemeClr val="accent1"/>
                </a:solidFill>
                <a:latin typeface="Archivo"/>
                <a:ea typeface="Archivo"/>
                <a:cs typeface="Archivo"/>
                <a:sym typeface="Archivo"/>
              </a:rPr>
              <a:t>, and includes icons by </a:t>
            </a:r>
            <a:r>
              <a:rPr lang="en" sz="1200" b="1" u="sng">
                <a:solidFill>
                  <a:schemeClr val="accent1"/>
                </a:solid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200">
                <a:solidFill>
                  <a:schemeClr val="accent1"/>
                </a:solidFill>
                <a:latin typeface="Archivo"/>
                <a:ea typeface="Archivo"/>
                <a:cs typeface="Archivo"/>
                <a:sym typeface="Archivo"/>
              </a:rPr>
              <a:t>, and infographics &amp; images by </a:t>
            </a:r>
            <a:r>
              <a:rPr lang="en" sz="1200" b="1" u="sng">
                <a:solidFill>
                  <a:schemeClr val="accent1"/>
                </a:solid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r>
              <a:rPr lang="en" sz="1200" u="sng">
                <a:solidFill>
                  <a:schemeClr val="accent1"/>
                </a:solidFill>
                <a:latin typeface="Archivo"/>
                <a:ea typeface="Archivo"/>
                <a:cs typeface="Archivo"/>
                <a:sym typeface="Archivo"/>
              </a:rPr>
              <a:t> </a:t>
            </a:r>
            <a:endParaRPr sz="1200" b="1" u="sng">
              <a:solidFill>
                <a:schemeClr val="accent1"/>
              </a:solidFill>
              <a:latin typeface="Archivo"/>
              <a:ea typeface="Archivo"/>
              <a:cs typeface="Archivo"/>
              <a:sym typeface="Archivo"/>
            </a:endParaRPr>
          </a:p>
        </p:txBody>
      </p:sp>
      <p:pic>
        <p:nvPicPr>
          <p:cNvPr id="210" name="Google Shape;210;p30"/>
          <p:cNvPicPr preferRelativeResize="0"/>
          <p:nvPr/>
        </p:nvPicPr>
        <p:blipFill>
          <a:blip r:embed="rId5">
            <a:alphaModFix/>
          </a:blip>
          <a:stretch>
            <a:fillRect/>
          </a:stretch>
        </p:blipFill>
        <p:spPr>
          <a:xfrm rot="10800000" flipH="1">
            <a:off x="-2528087" y="2022137"/>
            <a:ext cx="5362575" cy="4105275"/>
          </a:xfrm>
          <a:prstGeom prst="rect">
            <a:avLst/>
          </a:prstGeom>
          <a:noFill/>
          <a:ln>
            <a:noFill/>
          </a:ln>
        </p:spPr>
      </p:pic>
      <p:pic>
        <p:nvPicPr>
          <p:cNvPr id="211" name="Google Shape;211;p30"/>
          <p:cNvPicPr preferRelativeResize="0"/>
          <p:nvPr/>
        </p:nvPicPr>
        <p:blipFill>
          <a:blip r:embed="rId6">
            <a:alphaModFix/>
          </a:blip>
          <a:stretch>
            <a:fillRect/>
          </a:stretch>
        </p:blipFill>
        <p:spPr>
          <a:xfrm>
            <a:off x="-361377" y="2325225"/>
            <a:ext cx="2264625" cy="2435700"/>
          </a:xfrm>
          <a:prstGeom prst="rect">
            <a:avLst/>
          </a:prstGeom>
          <a:noFill/>
          <a:ln>
            <a:noFill/>
          </a:ln>
        </p:spPr>
      </p:pic>
      <p:pic>
        <p:nvPicPr>
          <p:cNvPr id="212" name="Google Shape;212;p30"/>
          <p:cNvPicPr preferRelativeResize="0"/>
          <p:nvPr/>
        </p:nvPicPr>
        <p:blipFill>
          <a:blip r:embed="rId7">
            <a:alphaModFix/>
          </a:blip>
          <a:stretch>
            <a:fillRect/>
          </a:stretch>
        </p:blipFill>
        <p:spPr>
          <a:xfrm rot="-1421582">
            <a:off x="-401025" y="3511912"/>
            <a:ext cx="2228500" cy="2452425"/>
          </a:xfrm>
          <a:prstGeom prst="rect">
            <a:avLst/>
          </a:prstGeom>
          <a:noFill/>
          <a:ln>
            <a:noFill/>
          </a:ln>
        </p:spPr>
      </p:pic>
      <p:pic>
        <p:nvPicPr>
          <p:cNvPr id="213" name="Google Shape;213;p30"/>
          <p:cNvPicPr preferRelativeResize="0"/>
          <p:nvPr/>
        </p:nvPicPr>
        <p:blipFill>
          <a:blip r:embed="rId5">
            <a:alphaModFix/>
          </a:blip>
          <a:stretch>
            <a:fillRect/>
          </a:stretch>
        </p:blipFill>
        <p:spPr>
          <a:xfrm rot="8713021" flipH="1">
            <a:off x="6306550" y="-961462"/>
            <a:ext cx="5362574" cy="4105275"/>
          </a:xfrm>
          <a:prstGeom prst="rect">
            <a:avLst/>
          </a:prstGeom>
          <a:noFill/>
          <a:ln>
            <a:noFill/>
          </a:ln>
        </p:spPr>
      </p:pic>
      <p:pic>
        <p:nvPicPr>
          <p:cNvPr id="214" name="Google Shape;214;p30"/>
          <p:cNvPicPr preferRelativeResize="0"/>
          <p:nvPr/>
        </p:nvPicPr>
        <p:blipFill>
          <a:blip r:embed="rId8">
            <a:alphaModFix/>
          </a:blip>
          <a:stretch>
            <a:fillRect/>
          </a:stretch>
        </p:blipFill>
        <p:spPr>
          <a:xfrm>
            <a:off x="6796048" y="480113"/>
            <a:ext cx="3105150" cy="3667125"/>
          </a:xfrm>
          <a:prstGeom prst="rect">
            <a:avLst/>
          </a:prstGeom>
          <a:noFill/>
          <a:ln>
            <a:noFill/>
          </a:ln>
        </p:spPr>
      </p:pic>
      <p:pic>
        <p:nvPicPr>
          <p:cNvPr id="215" name="Google Shape;215;p30"/>
          <p:cNvPicPr preferRelativeResize="0"/>
          <p:nvPr/>
        </p:nvPicPr>
        <p:blipFill>
          <a:blip r:embed="rId9">
            <a:alphaModFix/>
          </a:blip>
          <a:stretch>
            <a:fillRect/>
          </a:stretch>
        </p:blipFill>
        <p:spPr>
          <a:xfrm rot="5400000">
            <a:off x="7504816" y="2542613"/>
            <a:ext cx="2352675" cy="25622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16"/>
        <p:cNvGrpSpPr/>
        <p:nvPr/>
      </p:nvGrpSpPr>
      <p:grpSpPr>
        <a:xfrm>
          <a:off x="0" y="0"/>
          <a:ext cx="0" cy="0"/>
          <a:chOff x="0" y="0"/>
          <a:chExt cx="0" cy="0"/>
        </a:xfrm>
      </p:grpSpPr>
      <p:pic>
        <p:nvPicPr>
          <p:cNvPr id="217" name="Google Shape;217;p31"/>
          <p:cNvPicPr preferRelativeResize="0"/>
          <p:nvPr/>
        </p:nvPicPr>
        <p:blipFill>
          <a:blip r:embed="rId2">
            <a:alphaModFix/>
          </a:blip>
          <a:stretch>
            <a:fillRect/>
          </a:stretch>
        </p:blipFill>
        <p:spPr>
          <a:xfrm rot="10450904" flipH="1">
            <a:off x="4543167" y="2393294"/>
            <a:ext cx="5262068" cy="4327786"/>
          </a:xfrm>
          <a:prstGeom prst="rect">
            <a:avLst/>
          </a:prstGeom>
          <a:noFill/>
          <a:ln>
            <a:noFill/>
          </a:ln>
        </p:spPr>
      </p:pic>
      <p:pic>
        <p:nvPicPr>
          <p:cNvPr id="218" name="Google Shape;218;p31"/>
          <p:cNvPicPr preferRelativeResize="0"/>
          <p:nvPr/>
        </p:nvPicPr>
        <p:blipFill>
          <a:blip r:embed="rId2">
            <a:alphaModFix/>
          </a:blip>
          <a:stretch>
            <a:fillRect/>
          </a:stretch>
        </p:blipFill>
        <p:spPr>
          <a:xfrm rot="-1768694" flipH="1">
            <a:off x="6579443" y="-898808"/>
            <a:ext cx="4246990" cy="3492941"/>
          </a:xfrm>
          <a:prstGeom prst="rect">
            <a:avLst/>
          </a:prstGeom>
          <a:noFill/>
          <a:ln>
            <a:noFill/>
          </a:ln>
        </p:spPr>
      </p:pic>
      <p:pic>
        <p:nvPicPr>
          <p:cNvPr id="219" name="Google Shape;219;p31"/>
          <p:cNvPicPr preferRelativeResize="0"/>
          <p:nvPr/>
        </p:nvPicPr>
        <p:blipFill>
          <a:blip r:embed="rId3">
            <a:alphaModFix/>
          </a:blip>
          <a:stretch>
            <a:fillRect/>
          </a:stretch>
        </p:blipFill>
        <p:spPr>
          <a:xfrm flipH="1">
            <a:off x="7444875" y="2536246"/>
            <a:ext cx="1431900" cy="1575775"/>
          </a:xfrm>
          <a:prstGeom prst="rect">
            <a:avLst/>
          </a:prstGeom>
          <a:noFill/>
          <a:ln>
            <a:noFill/>
          </a:ln>
        </p:spPr>
      </p:pic>
      <p:pic>
        <p:nvPicPr>
          <p:cNvPr id="220" name="Google Shape;220;p31"/>
          <p:cNvPicPr preferRelativeResize="0"/>
          <p:nvPr/>
        </p:nvPicPr>
        <p:blipFill>
          <a:blip r:embed="rId4">
            <a:alphaModFix/>
          </a:blip>
          <a:stretch>
            <a:fillRect/>
          </a:stretch>
        </p:blipFill>
        <p:spPr>
          <a:xfrm flipH="1">
            <a:off x="6389446" y="3050600"/>
            <a:ext cx="2397025" cy="2454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lt1"/>
        </a:solidFill>
        <a:effectLst/>
      </p:bgPr>
    </p:bg>
    <p:spTree>
      <p:nvGrpSpPr>
        <p:cNvPr id="1" name="Shape 221"/>
        <p:cNvGrpSpPr/>
        <p:nvPr/>
      </p:nvGrpSpPr>
      <p:grpSpPr>
        <a:xfrm>
          <a:off x="0" y="0"/>
          <a:ext cx="0" cy="0"/>
          <a:chOff x="0" y="0"/>
          <a:chExt cx="0" cy="0"/>
        </a:xfrm>
      </p:grpSpPr>
      <p:pic>
        <p:nvPicPr>
          <p:cNvPr id="222" name="Google Shape;222;p32"/>
          <p:cNvPicPr preferRelativeResize="0"/>
          <p:nvPr/>
        </p:nvPicPr>
        <p:blipFill>
          <a:blip r:embed="rId2">
            <a:alphaModFix/>
          </a:blip>
          <a:stretch>
            <a:fillRect/>
          </a:stretch>
        </p:blipFill>
        <p:spPr>
          <a:xfrm rot="10800000">
            <a:off x="6455046" y="2438987"/>
            <a:ext cx="5362575" cy="4105275"/>
          </a:xfrm>
          <a:prstGeom prst="rect">
            <a:avLst/>
          </a:prstGeom>
          <a:noFill/>
          <a:ln>
            <a:noFill/>
          </a:ln>
        </p:spPr>
      </p:pic>
      <p:pic>
        <p:nvPicPr>
          <p:cNvPr id="223" name="Google Shape;223;p32"/>
          <p:cNvPicPr preferRelativeResize="0"/>
          <p:nvPr/>
        </p:nvPicPr>
        <p:blipFill>
          <a:blip r:embed="rId3">
            <a:alphaModFix/>
          </a:blip>
          <a:stretch>
            <a:fillRect/>
          </a:stretch>
        </p:blipFill>
        <p:spPr>
          <a:xfrm flipH="1">
            <a:off x="7386286" y="2742075"/>
            <a:ext cx="2264625" cy="2435700"/>
          </a:xfrm>
          <a:prstGeom prst="rect">
            <a:avLst/>
          </a:prstGeom>
          <a:noFill/>
          <a:ln>
            <a:noFill/>
          </a:ln>
        </p:spPr>
      </p:pic>
      <p:pic>
        <p:nvPicPr>
          <p:cNvPr id="224" name="Google Shape;224;p32"/>
          <p:cNvPicPr preferRelativeResize="0"/>
          <p:nvPr/>
        </p:nvPicPr>
        <p:blipFill>
          <a:blip r:embed="rId4">
            <a:alphaModFix/>
          </a:blip>
          <a:stretch>
            <a:fillRect/>
          </a:stretch>
        </p:blipFill>
        <p:spPr>
          <a:xfrm rot="1421582" flipH="1">
            <a:off x="7462058" y="3928762"/>
            <a:ext cx="2228500" cy="2452425"/>
          </a:xfrm>
          <a:prstGeom prst="rect">
            <a:avLst/>
          </a:prstGeom>
          <a:noFill/>
          <a:ln>
            <a:noFill/>
          </a:ln>
        </p:spPr>
      </p:pic>
      <p:pic>
        <p:nvPicPr>
          <p:cNvPr id="225" name="Google Shape;225;p32"/>
          <p:cNvPicPr preferRelativeResize="0"/>
          <p:nvPr/>
        </p:nvPicPr>
        <p:blipFill>
          <a:blip r:embed="rId2">
            <a:alphaModFix/>
          </a:blip>
          <a:stretch>
            <a:fillRect/>
          </a:stretch>
        </p:blipFill>
        <p:spPr>
          <a:xfrm rot="-8713021">
            <a:off x="-1709691" y="-97987"/>
            <a:ext cx="5362574" cy="4105275"/>
          </a:xfrm>
          <a:prstGeom prst="rect">
            <a:avLst/>
          </a:prstGeom>
          <a:noFill/>
          <a:ln>
            <a:noFill/>
          </a:ln>
        </p:spPr>
      </p:pic>
      <p:pic>
        <p:nvPicPr>
          <p:cNvPr id="226" name="Google Shape;226;p32"/>
          <p:cNvPicPr preferRelativeResize="0"/>
          <p:nvPr/>
        </p:nvPicPr>
        <p:blipFill>
          <a:blip r:embed="rId5">
            <a:alphaModFix/>
          </a:blip>
          <a:stretch>
            <a:fillRect/>
          </a:stretch>
        </p:blipFill>
        <p:spPr>
          <a:xfrm flipH="1">
            <a:off x="58236" y="1343588"/>
            <a:ext cx="3105150" cy="3667125"/>
          </a:xfrm>
          <a:prstGeom prst="rect">
            <a:avLst/>
          </a:prstGeom>
          <a:noFill/>
          <a:ln>
            <a:noFill/>
          </a:ln>
        </p:spPr>
      </p:pic>
      <p:pic>
        <p:nvPicPr>
          <p:cNvPr id="227" name="Google Shape;227;p32"/>
          <p:cNvPicPr preferRelativeResize="0"/>
          <p:nvPr/>
        </p:nvPicPr>
        <p:blipFill>
          <a:blip r:embed="rId6">
            <a:alphaModFix/>
          </a:blip>
          <a:stretch>
            <a:fillRect/>
          </a:stretch>
        </p:blipFill>
        <p:spPr>
          <a:xfrm rot="-5400000" flipH="1">
            <a:off x="101942" y="3406088"/>
            <a:ext cx="2352675" cy="25622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54375" y="48617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1pPr>
            <a:lvl2pPr lvl="1"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2pPr>
            <a:lvl3pPr lvl="2"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3pPr>
            <a:lvl4pPr lvl="3"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4pPr>
            <a:lvl5pPr lvl="4"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5pPr>
            <a:lvl6pPr lvl="5"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6pPr>
            <a:lvl7pPr lvl="6"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7pPr>
            <a:lvl8pPr lvl="7"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8pPr>
            <a:lvl9pPr lvl="8" rtl="0">
              <a:spcBef>
                <a:spcPts val="0"/>
              </a:spcBef>
              <a:spcAft>
                <a:spcPts val="0"/>
              </a:spcAft>
              <a:buClr>
                <a:schemeClr val="dk1"/>
              </a:buClr>
              <a:buSzPts val="3500"/>
              <a:buFont typeface="IBM Plex Serif"/>
              <a:buNone/>
              <a:defRPr sz="3500">
                <a:solidFill>
                  <a:schemeClr val="dk1"/>
                </a:solidFill>
                <a:latin typeface="IBM Plex Serif"/>
                <a:ea typeface="IBM Plex Serif"/>
                <a:cs typeface="IBM Plex Serif"/>
                <a:sym typeface="IBM Plex Serif"/>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00000"/>
              </a:lnSpc>
              <a:spcBef>
                <a:spcPts val="1600"/>
              </a:spcBef>
              <a:spcAft>
                <a:spcPts val="160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8" r:id="rId4"/>
    <p:sldLayoutId id="2147483661" r:id="rId5"/>
    <p:sldLayoutId id="2147483662" r:id="rId6"/>
    <p:sldLayoutId id="2147483665" r:id="rId7"/>
    <p:sldLayoutId id="2147483666" r:id="rId8"/>
    <p:sldLayoutId id="2147483667" r:id="rId9"/>
    <p:sldLayoutId id="2147483670" r:id="rId10"/>
    <p:sldLayoutId id="2147483676" r:id="rId11"/>
    <p:sldLayoutId id="2147483677" r:id="rId12"/>
    <p:sldLayoutId id="214748367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p:nvPr/>
        </p:nvSpPr>
        <p:spPr>
          <a:xfrm>
            <a:off x="2459425" y="3525525"/>
            <a:ext cx="4230000" cy="475800"/>
          </a:xfrm>
          <a:prstGeom prst="roundRect">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36"/>
          <p:cNvPicPr preferRelativeResize="0"/>
          <p:nvPr/>
        </p:nvPicPr>
        <p:blipFill>
          <a:blip r:embed="rId3">
            <a:alphaModFix/>
          </a:blip>
          <a:stretch>
            <a:fillRect/>
          </a:stretch>
        </p:blipFill>
        <p:spPr>
          <a:xfrm rot="10800000" flipH="1">
            <a:off x="-374800" y="3376825"/>
            <a:ext cx="3185050" cy="2619550"/>
          </a:xfrm>
          <a:prstGeom prst="rect">
            <a:avLst/>
          </a:prstGeom>
          <a:noFill/>
          <a:ln>
            <a:noFill/>
          </a:ln>
        </p:spPr>
      </p:pic>
      <p:pic>
        <p:nvPicPr>
          <p:cNvPr id="240" name="Google Shape;240;p36"/>
          <p:cNvPicPr preferRelativeResize="0"/>
          <p:nvPr/>
        </p:nvPicPr>
        <p:blipFill>
          <a:blip r:embed="rId4">
            <a:alphaModFix/>
          </a:blip>
          <a:stretch>
            <a:fillRect/>
          </a:stretch>
        </p:blipFill>
        <p:spPr>
          <a:xfrm>
            <a:off x="-78929" y="3027521"/>
            <a:ext cx="1431900" cy="1575775"/>
          </a:xfrm>
          <a:prstGeom prst="rect">
            <a:avLst/>
          </a:prstGeom>
          <a:noFill/>
          <a:ln>
            <a:noFill/>
          </a:ln>
        </p:spPr>
      </p:pic>
      <p:pic>
        <p:nvPicPr>
          <p:cNvPr id="241" name="Google Shape;241;p36"/>
          <p:cNvPicPr preferRelativeResize="0"/>
          <p:nvPr/>
        </p:nvPicPr>
        <p:blipFill>
          <a:blip r:embed="rId5">
            <a:alphaModFix/>
          </a:blip>
          <a:stretch>
            <a:fillRect/>
          </a:stretch>
        </p:blipFill>
        <p:spPr>
          <a:xfrm rot="2993464">
            <a:off x="7592025" y="1350438"/>
            <a:ext cx="2352675" cy="2562225"/>
          </a:xfrm>
          <a:prstGeom prst="rect">
            <a:avLst/>
          </a:prstGeom>
          <a:noFill/>
          <a:ln>
            <a:noFill/>
          </a:ln>
        </p:spPr>
      </p:pic>
      <p:sp>
        <p:nvSpPr>
          <p:cNvPr id="242" name="Google Shape;242;p36"/>
          <p:cNvSpPr txBox="1">
            <a:spLocks noGrp="1"/>
          </p:cNvSpPr>
          <p:nvPr>
            <p:ph type="subTitle" idx="1"/>
          </p:nvPr>
        </p:nvSpPr>
        <p:spPr>
          <a:xfrm>
            <a:off x="2307600" y="3546325"/>
            <a:ext cx="45288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Đây là sản phẩm của nhóm 1 - tập thể 12a1</a:t>
            </a:r>
            <a:endParaRPr dirty="0"/>
          </a:p>
        </p:txBody>
      </p:sp>
      <p:sp>
        <p:nvSpPr>
          <p:cNvPr id="243" name="Google Shape;243;p36"/>
          <p:cNvSpPr txBox="1">
            <a:spLocks noGrp="1"/>
          </p:cNvSpPr>
          <p:nvPr>
            <p:ph type="title"/>
          </p:nvPr>
        </p:nvSpPr>
        <p:spPr>
          <a:xfrm>
            <a:off x="1233000" y="824525"/>
            <a:ext cx="6678000" cy="225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5100" dirty="0">
                <a:solidFill>
                  <a:schemeClr val="dk2"/>
                </a:solidFill>
                <a:latin typeface="IBM Plex Serif SemiBold"/>
                <a:ea typeface="IBM Plex Serif SemiBold"/>
                <a:cs typeface="IBM Plex Serif SemiBold"/>
                <a:sym typeface="IBM Plex Serif SemiBold"/>
              </a:rPr>
              <a:t>Thực hành tin học </a:t>
            </a:r>
            <a:br>
              <a:rPr lang="vi-VN" sz="5100" dirty="0">
                <a:solidFill>
                  <a:schemeClr val="dk2"/>
                </a:solidFill>
                <a:latin typeface="IBM Plex Serif SemiBold"/>
                <a:ea typeface="IBM Plex Serif SemiBold"/>
                <a:cs typeface="IBM Plex Serif SemiBold"/>
                <a:sym typeface="IBM Plex Serif SemiBold"/>
              </a:rPr>
            </a:br>
            <a:r>
              <a:rPr lang="vi-VN" sz="5100" dirty="0">
                <a:solidFill>
                  <a:schemeClr val="dk2"/>
                </a:solidFill>
                <a:latin typeface="IBM Plex Serif SemiBold"/>
                <a:ea typeface="IBM Plex Serif SemiBold"/>
                <a:cs typeface="IBM Plex Serif SemiBold"/>
                <a:sym typeface="IBM Plex Serif SemiBold"/>
              </a:rPr>
              <a:t>Nhóm 1-12a1</a:t>
            </a:r>
            <a:endParaRPr sz="5100" dirty="0">
              <a:solidFill>
                <a:schemeClr val="dk2"/>
              </a:solidFill>
              <a:latin typeface="IBM Plex Serif SemiBold"/>
              <a:ea typeface="IBM Plex Serif SemiBold"/>
              <a:cs typeface="IBM Plex Serif SemiBold"/>
              <a:sym typeface="IBM Plex Serif SemiBold"/>
            </a:endParaRPr>
          </a:p>
        </p:txBody>
      </p:sp>
      <p:pic>
        <p:nvPicPr>
          <p:cNvPr id="244" name="Google Shape;244;p36"/>
          <p:cNvPicPr preferRelativeResize="0"/>
          <p:nvPr/>
        </p:nvPicPr>
        <p:blipFill>
          <a:blip r:embed="rId6">
            <a:alphaModFix/>
          </a:blip>
          <a:stretch>
            <a:fillRect/>
          </a:stretch>
        </p:blipFill>
        <p:spPr>
          <a:xfrm rot="-1800008">
            <a:off x="7074735" y="2642879"/>
            <a:ext cx="2824054" cy="3335165"/>
          </a:xfrm>
          <a:prstGeom prst="rect">
            <a:avLst/>
          </a:prstGeom>
          <a:noFill/>
          <a:ln>
            <a:noFill/>
          </a:ln>
        </p:spPr>
      </p:pic>
      <p:pic>
        <p:nvPicPr>
          <p:cNvPr id="245" name="Google Shape;245;p36"/>
          <p:cNvPicPr preferRelativeResize="0"/>
          <p:nvPr/>
        </p:nvPicPr>
        <p:blipFill>
          <a:blip r:embed="rId7">
            <a:alphaModFix/>
          </a:blip>
          <a:stretch>
            <a:fillRect/>
          </a:stretch>
        </p:blipFill>
        <p:spPr>
          <a:xfrm>
            <a:off x="11375" y="3541875"/>
            <a:ext cx="2397025" cy="2454500"/>
          </a:xfrm>
          <a:prstGeom prst="rect">
            <a:avLst/>
          </a:prstGeom>
          <a:noFill/>
          <a:ln>
            <a:noFill/>
          </a:ln>
        </p:spPr>
      </p:pic>
      <p:pic>
        <p:nvPicPr>
          <p:cNvPr id="246" name="Google Shape;246;p36"/>
          <p:cNvPicPr preferRelativeResize="0"/>
          <p:nvPr/>
        </p:nvPicPr>
        <p:blipFill>
          <a:blip r:embed="rId8">
            <a:alphaModFix/>
          </a:blip>
          <a:stretch>
            <a:fillRect/>
          </a:stretch>
        </p:blipFill>
        <p:spPr>
          <a:xfrm>
            <a:off x="1219200" y="3332325"/>
            <a:ext cx="625851" cy="693350"/>
          </a:xfrm>
          <a:prstGeom prst="rect">
            <a:avLst/>
          </a:prstGeom>
          <a:noFill/>
          <a:ln>
            <a:noFill/>
          </a:ln>
        </p:spPr>
      </p:pic>
      <p:pic>
        <p:nvPicPr>
          <p:cNvPr id="247" name="Google Shape;247;p36"/>
          <p:cNvPicPr preferRelativeResize="0"/>
          <p:nvPr/>
        </p:nvPicPr>
        <p:blipFill>
          <a:blip r:embed="rId9">
            <a:alphaModFix/>
          </a:blip>
          <a:stretch>
            <a:fillRect/>
          </a:stretch>
        </p:blipFill>
        <p:spPr>
          <a:xfrm>
            <a:off x="1724000" y="2847325"/>
            <a:ext cx="714794" cy="693350"/>
          </a:xfrm>
          <a:prstGeom prst="rect">
            <a:avLst/>
          </a:prstGeom>
          <a:noFill/>
          <a:ln>
            <a:noFill/>
          </a:ln>
        </p:spPr>
      </p:pic>
      <p:pic>
        <p:nvPicPr>
          <p:cNvPr id="248" name="Google Shape;248;p36"/>
          <p:cNvPicPr preferRelativeResize="0"/>
          <p:nvPr/>
        </p:nvPicPr>
        <p:blipFill>
          <a:blip r:embed="rId10">
            <a:alphaModFix/>
          </a:blip>
          <a:stretch>
            <a:fillRect/>
          </a:stretch>
        </p:blipFill>
        <p:spPr>
          <a:xfrm>
            <a:off x="1171006" y="2532975"/>
            <a:ext cx="722240" cy="693350"/>
          </a:xfrm>
          <a:prstGeom prst="rect">
            <a:avLst/>
          </a:prstGeom>
          <a:noFill/>
          <a:ln>
            <a:noFill/>
          </a:ln>
        </p:spPr>
      </p:pic>
      <p:pic>
        <p:nvPicPr>
          <p:cNvPr id="249" name="Google Shape;249;p36"/>
          <p:cNvPicPr preferRelativeResize="0"/>
          <p:nvPr/>
        </p:nvPicPr>
        <p:blipFill>
          <a:blip r:embed="rId5">
            <a:alphaModFix/>
          </a:blip>
          <a:stretch>
            <a:fillRect/>
          </a:stretch>
        </p:blipFill>
        <p:spPr>
          <a:xfrm rot="-5152291">
            <a:off x="4013705" y="-1216353"/>
            <a:ext cx="2098962" cy="2285916"/>
          </a:xfrm>
          <a:prstGeom prst="rect">
            <a:avLst/>
          </a:prstGeom>
          <a:noFill/>
          <a:ln>
            <a:noFill/>
          </a:ln>
        </p:spPr>
      </p:pic>
      <p:pic>
        <p:nvPicPr>
          <p:cNvPr id="250" name="Google Shape;250;p36"/>
          <p:cNvPicPr preferRelativeResize="0"/>
          <p:nvPr/>
        </p:nvPicPr>
        <p:blipFill>
          <a:blip r:embed="rId8">
            <a:alphaModFix/>
          </a:blip>
          <a:stretch>
            <a:fillRect/>
          </a:stretch>
        </p:blipFill>
        <p:spPr>
          <a:xfrm>
            <a:off x="3593162" y="23783"/>
            <a:ext cx="558359" cy="618579"/>
          </a:xfrm>
          <a:prstGeom prst="rect">
            <a:avLst/>
          </a:prstGeom>
          <a:noFill/>
          <a:ln>
            <a:noFill/>
          </a:ln>
        </p:spPr>
      </p:pic>
      <p:pic>
        <p:nvPicPr>
          <p:cNvPr id="251" name="Google Shape;251;p36"/>
          <p:cNvPicPr preferRelativeResize="0"/>
          <p:nvPr/>
        </p:nvPicPr>
        <p:blipFill>
          <a:blip r:embed="rId4">
            <a:alphaModFix/>
          </a:blip>
          <a:stretch>
            <a:fillRect/>
          </a:stretch>
        </p:blipFill>
        <p:spPr>
          <a:xfrm rot="-7200002">
            <a:off x="4822087" y="-551888"/>
            <a:ext cx="1277484" cy="1405844"/>
          </a:xfrm>
          <a:prstGeom prst="rect">
            <a:avLst/>
          </a:prstGeom>
          <a:noFill/>
          <a:ln>
            <a:noFill/>
          </a:ln>
        </p:spPr>
      </p:pic>
      <p:pic>
        <p:nvPicPr>
          <p:cNvPr id="252" name="Google Shape;252;p36"/>
          <p:cNvPicPr preferRelativeResize="0"/>
          <p:nvPr/>
        </p:nvPicPr>
        <p:blipFill>
          <a:blip r:embed="rId10">
            <a:alphaModFix/>
          </a:blip>
          <a:stretch>
            <a:fillRect/>
          </a:stretch>
        </p:blipFill>
        <p:spPr>
          <a:xfrm>
            <a:off x="3396602" y="264019"/>
            <a:ext cx="644354" cy="618579"/>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circle(in)">
                                      <p:cBhvr>
                                        <p:cTn id="7" dur="500"/>
                                        <p:tgtEl>
                                          <p:spTgt spid="243"/>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4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build="p"/>
      <p:bldP spid="24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C5B31B1E-65C0-E4D7-7687-23A8659A4927}"/>
            </a:ext>
          </a:extLst>
        </p:cNvPr>
        <p:cNvGrpSpPr/>
        <p:nvPr/>
      </p:nvGrpSpPr>
      <p:grpSpPr>
        <a:xfrm>
          <a:off x="0" y="0"/>
          <a:ext cx="0" cy="0"/>
          <a:chOff x="0" y="0"/>
          <a:chExt cx="0" cy="0"/>
        </a:xfrm>
      </p:grpSpPr>
      <p:sp>
        <p:nvSpPr>
          <p:cNvPr id="257" name="Google Shape;257;p37">
            <a:extLst>
              <a:ext uri="{FF2B5EF4-FFF2-40B4-BE49-F238E27FC236}">
                <a16:creationId xmlns:a16="http://schemas.microsoft.com/office/drawing/2014/main" id="{5915E67E-CC3B-DF29-321E-30E548FAA091}"/>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Tên thành viên nhóm </a:t>
            </a:r>
            <a:endParaRPr sz="2900" dirty="0">
              <a:solidFill>
                <a:schemeClr val="lt1"/>
              </a:solidFill>
            </a:endParaRPr>
          </a:p>
        </p:txBody>
      </p:sp>
      <p:pic>
        <p:nvPicPr>
          <p:cNvPr id="261" name="Google Shape;261;p37">
            <a:extLst>
              <a:ext uri="{FF2B5EF4-FFF2-40B4-BE49-F238E27FC236}">
                <a16:creationId xmlns:a16="http://schemas.microsoft.com/office/drawing/2014/main" id="{5A8FD8C8-538C-6A4F-E8A2-B362B9C1BE6E}"/>
              </a:ext>
            </a:extLst>
          </p:cNvPr>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a:extLst>
              <a:ext uri="{FF2B5EF4-FFF2-40B4-BE49-F238E27FC236}">
                <a16:creationId xmlns:a16="http://schemas.microsoft.com/office/drawing/2014/main" id="{3C80E08C-F344-EB5B-05DE-D08EE3BD0B38}"/>
              </a:ext>
            </a:extLst>
          </p:cNvPr>
          <p:cNvPicPr preferRelativeResize="0"/>
          <p:nvPr/>
        </p:nvPicPr>
        <p:blipFill>
          <a:blip r:embed="rId4">
            <a:alphaModFix/>
          </a:blip>
          <a:stretch>
            <a:fillRect/>
          </a:stretch>
        </p:blipFill>
        <p:spPr>
          <a:xfrm>
            <a:off x="7896800" y="84050"/>
            <a:ext cx="714794" cy="693350"/>
          </a:xfrm>
          <a:prstGeom prst="rect">
            <a:avLst/>
          </a:prstGeom>
          <a:noFill/>
          <a:ln>
            <a:noFill/>
          </a:ln>
        </p:spPr>
      </p:pic>
      <p:sp>
        <p:nvSpPr>
          <p:cNvPr id="2" name="Google Shape;257;p37">
            <a:extLst>
              <a:ext uri="{FF2B5EF4-FFF2-40B4-BE49-F238E27FC236}">
                <a16:creationId xmlns:a16="http://schemas.microsoft.com/office/drawing/2014/main" id="{4285B13D-5492-FD46-930F-7F8770D271D4}"/>
              </a:ext>
            </a:extLst>
          </p:cNvPr>
          <p:cNvSpPr txBox="1">
            <a:spLocks/>
          </p:cNvSpPr>
          <p:nvPr/>
        </p:nvSpPr>
        <p:spPr>
          <a:xfrm>
            <a:off x="606848" y="1418245"/>
            <a:ext cx="8403953" cy="37993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pPr algn="l"/>
            <a:r>
              <a:rPr lang="vi-VN" sz="3600" dirty="0">
                <a:solidFill>
                  <a:schemeClr val="bg2"/>
                </a:solidFill>
              </a:rPr>
              <a:t>Nguyễn Thiện Đức 	    Huỳnh Thị Kiều Oanh</a:t>
            </a:r>
          </a:p>
          <a:p>
            <a:pPr algn="l"/>
            <a:r>
              <a:rPr lang="vi-VN" sz="3600" dirty="0">
                <a:solidFill>
                  <a:schemeClr val="bg2"/>
                </a:solidFill>
              </a:rPr>
              <a:t>Lê Thị Thanh Kiều        Trần Nhã Kỳ</a:t>
            </a:r>
          </a:p>
          <a:p>
            <a:pPr algn="l"/>
            <a:r>
              <a:rPr lang="vi-VN" sz="3600" dirty="0">
                <a:solidFill>
                  <a:schemeClr val="bg2"/>
                </a:solidFill>
              </a:rPr>
              <a:t>Trương Thị Kiều My      Lê Tiến Đạt </a:t>
            </a:r>
          </a:p>
          <a:p>
            <a:pPr algn="l"/>
            <a:r>
              <a:rPr lang="vi-VN" sz="3200" dirty="0">
                <a:solidFill>
                  <a:schemeClr val="bg2"/>
                </a:solidFill>
              </a:rPr>
              <a:t>Nguyễn Lê Phương Anh    Nguyễn Ngọc Hưng</a:t>
            </a:r>
          </a:p>
          <a:p>
            <a:pPr algn="l"/>
            <a:r>
              <a:rPr lang="vi-VN" sz="3200" dirty="0">
                <a:solidFill>
                  <a:schemeClr val="bg2"/>
                </a:solidFill>
              </a:rPr>
              <a:t>Trương Đắc Lộc 		    Nguyễn Văn Hưng </a:t>
            </a:r>
          </a:p>
        </p:txBody>
      </p:sp>
      <p:sp>
        <p:nvSpPr>
          <p:cNvPr id="3" name="Rectangle 2">
            <a:extLst>
              <a:ext uri="{FF2B5EF4-FFF2-40B4-BE49-F238E27FC236}">
                <a16:creationId xmlns:a16="http://schemas.microsoft.com/office/drawing/2014/main" id="{554CF798-E32D-4FAC-702F-A590526D0D93}"/>
              </a:ext>
            </a:extLst>
          </p:cNvPr>
          <p:cNvSpPr/>
          <p:nvPr/>
        </p:nvSpPr>
        <p:spPr>
          <a:xfrm>
            <a:off x="4571975" y="1582370"/>
            <a:ext cx="45744" cy="2760030"/>
          </a:xfrm>
          <a:prstGeom prst="rect">
            <a:avLst/>
          </a:prstGeom>
          <a:noFill/>
          <a:ln w="19050">
            <a:solidFill>
              <a:schemeClr val="bg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47995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barn(outVertical)">
                                      <p:cBhvr>
                                        <p:cTn id="7" dur="500"/>
                                        <p:tgtEl>
                                          <p:spTgt spid="257"/>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outVertical)">
                                      <p:cBhvr>
                                        <p:cTn id="10" dur="500"/>
                                        <p:tgtEl>
                                          <p:spTgt spid="2"/>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outVertic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p:bldP spid="2" grpId="0"/>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B588F178-737D-744D-FB88-AEE9F60B02D4}"/>
            </a:ext>
          </a:extLst>
        </p:cNvPr>
        <p:cNvGrpSpPr/>
        <p:nvPr/>
      </p:nvGrpSpPr>
      <p:grpSpPr>
        <a:xfrm>
          <a:off x="0" y="0"/>
          <a:ext cx="0" cy="0"/>
          <a:chOff x="0" y="0"/>
          <a:chExt cx="0" cy="0"/>
        </a:xfrm>
      </p:grpSpPr>
      <p:sp>
        <p:nvSpPr>
          <p:cNvPr id="257" name="Google Shape;257;p37">
            <a:extLst>
              <a:ext uri="{FF2B5EF4-FFF2-40B4-BE49-F238E27FC236}">
                <a16:creationId xmlns:a16="http://schemas.microsoft.com/office/drawing/2014/main" id="{3B8F28F5-7D94-15F3-080B-A5BFA4C24585}"/>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Phân Công Nhiệm Vụ </a:t>
            </a:r>
            <a:endParaRPr sz="2900" dirty="0">
              <a:solidFill>
                <a:schemeClr val="lt1"/>
              </a:solidFill>
            </a:endParaRPr>
          </a:p>
        </p:txBody>
      </p:sp>
      <p:pic>
        <p:nvPicPr>
          <p:cNvPr id="261" name="Google Shape;261;p37">
            <a:extLst>
              <a:ext uri="{FF2B5EF4-FFF2-40B4-BE49-F238E27FC236}">
                <a16:creationId xmlns:a16="http://schemas.microsoft.com/office/drawing/2014/main" id="{724E7BDF-981C-6C18-F9B6-7A4015085E32}"/>
              </a:ext>
            </a:extLst>
          </p:cNvPr>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a:extLst>
              <a:ext uri="{FF2B5EF4-FFF2-40B4-BE49-F238E27FC236}">
                <a16:creationId xmlns:a16="http://schemas.microsoft.com/office/drawing/2014/main" id="{F62D73CD-0B28-D22C-7006-4368E4BF4904}"/>
              </a:ext>
            </a:extLst>
          </p:cNvPr>
          <p:cNvPicPr preferRelativeResize="0"/>
          <p:nvPr/>
        </p:nvPicPr>
        <p:blipFill>
          <a:blip r:embed="rId4">
            <a:alphaModFix/>
          </a:blip>
          <a:stretch>
            <a:fillRect/>
          </a:stretch>
        </p:blipFill>
        <p:spPr>
          <a:xfrm>
            <a:off x="7896800" y="84050"/>
            <a:ext cx="714794" cy="693350"/>
          </a:xfrm>
          <a:prstGeom prst="rect">
            <a:avLst/>
          </a:prstGeom>
          <a:noFill/>
          <a:ln>
            <a:noFill/>
          </a:ln>
        </p:spPr>
      </p:pic>
      <p:sp>
        <p:nvSpPr>
          <p:cNvPr id="5" name="Google Shape;257;p37">
            <a:extLst>
              <a:ext uri="{FF2B5EF4-FFF2-40B4-BE49-F238E27FC236}">
                <a16:creationId xmlns:a16="http://schemas.microsoft.com/office/drawing/2014/main" id="{5ACA8C73-4C58-0667-DD97-4ECBFCC2284D}"/>
              </a:ext>
            </a:extLst>
          </p:cNvPr>
          <p:cNvSpPr txBox="1">
            <a:spLocks/>
          </p:cNvSpPr>
          <p:nvPr/>
        </p:nvSpPr>
        <p:spPr>
          <a:xfrm>
            <a:off x="4088100" y="1906864"/>
            <a:ext cx="5055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r>
              <a:rPr lang="vi-VN" sz="3700" dirty="0">
                <a:solidFill>
                  <a:schemeClr val="bg2"/>
                </a:solidFill>
              </a:rPr>
              <a:t> Index.html</a:t>
            </a:r>
          </a:p>
          <a:p>
            <a:r>
              <a:rPr lang="vi-VN" sz="1200" dirty="0">
                <a:solidFill>
                  <a:schemeClr val="bg2"/>
                </a:solidFill>
              </a:rPr>
              <a:t>(không bao gồm form đăng kí )</a:t>
            </a:r>
          </a:p>
          <a:p>
            <a:endParaRPr lang="vi-VN" sz="1200" dirty="0">
              <a:solidFill>
                <a:schemeClr val="bg2"/>
              </a:solidFill>
            </a:endParaRPr>
          </a:p>
          <a:p>
            <a:r>
              <a:rPr lang="vi-VN" sz="2400" dirty="0">
                <a:solidFill>
                  <a:schemeClr val="bg2"/>
                </a:solidFill>
              </a:rPr>
              <a:t>Nguyễn Thiện Đức</a:t>
            </a:r>
          </a:p>
          <a:p>
            <a:r>
              <a:rPr lang="vi-VN" sz="2400" dirty="0">
                <a:solidFill>
                  <a:schemeClr val="bg2"/>
                </a:solidFill>
              </a:rPr>
              <a:t>Trương Đắc Lộc </a:t>
            </a:r>
          </a:p>
        </p:txBody>
      </p:sp>
      <p:pic>
        <p:nvPicPr>
          <p:cNvPr id="4" name="Picture 3">
            <a:extLst>
              <a:ext uri="{FF2B5EF4-FFF2-40B4-BE49-F238E27FC236}">
                <a16:creationId xmlns:a16="http://schemas.microsoft.com/office/drawing/2014/main" id="{CBDA5C08-4D8D-ECFA-916F-2A0DB8677261}"/>
              </a:ext>
            </a:extLst>
          </p:cNvPr>
          <p:cNvPicPr>
            <a:picLocks noChangeAspect="1"/>
          </p:cNvPicPr>
          <p:nvPr/>
        </p:nvPicPr>
        <p:blipFill>
          <a:blip r:embed="rId5"/>
          <a:stretch>
            <a:fillRect/>
          </a:stretch>
        </p:blipFill>
        <p:spPr>
          <a:xfrm>
            <a:off x="777241" y="1478951"/>
            <a:ext cx="4046220" cy="23699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9649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circle(out)">
                                      <p:cBhvr>
                                        <p:cTn id="7" dur="1000"/>
                                        <p:tgtEl>
                                          <p:spTgt spid="25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6BF52FB6-8919-0E16-0F36-2F642E79C608}"/>
            </a:ext>
          </a:extLst>
        </p:cNvPr>
        <p:cNvGrpSpPr/>
        <p:nvPr/>
      </p:nvGrpSpPr>
      <p:grpSpPr>
        <a:xfrm>
          <a:off x="0" y="0"/>
          <a:ext cx="0" cy="0"/>
          <a:chOff x="0" y="0"/>
          <a:chExt cx="0" cy="0"/>
        </a:xfrm>
      </p:grpSpPr>
      <p:sp>
        <p:nvSpPr>
          <p:cNvPr id="257" name="Google Shape;257;p37">
            <a:extLst>
              <a:ext uri="{FF2B5EF4-FFF2-40B4-BE49-F238E27FC236}">
                <a16:creationId xmlns:a16="http://schemas.microsoft.com/office/drawing/2014/main" id="{807B428F-6242-37FA-D6A4-9D8FF0672D28}"/>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Phân Công Nhiệm Vụ </a:t>
            </a:r>
            <a:endParaRPr sz="2900" dirty="0">
              <a:solidFill>
                <a:schemeClr val="lt1"/>
              </a:solidFill>
            </a:endParaRPr>
          </a:p>
        </p:txBody>
      </p:sp>
      <p:pic>
        <p:nvPicPr>
          <p:cNvPr id="261" name="Google Shape;261;p37">
            <a:extLst>
              <a:ext uri="{FF2B5EF4-FFF2-40B4-BE49-F238E27FC236}">
                <a16:creationId xmlns:a16="http://schemas.microsoft.com/office/drawing/2014/main" id="{2D20E098-AB24-8C46-C791-7B3748EB16E5}"/>
              </a:ext>
            </a:extLst>
          </p:cNvPr>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a:extLst>
              <a:ext uri="{FF2B5EF4-FFF2-40B4-BE49-F238E27FC236}">
                <a16:creationId xmlns:a16="http://schemas.microsoft.com/office/drawing/2014/main" id="{FB788B16-C480-233E-2611-86C7B7C9E95C}"/>
              </a:ext>
            </a:extLst>
          </p:cNvPr>
          <p:cNvPicPr preferRelativeResize="0"/>
          <p:nvPr/>
        </p:nvPicPr>
        <p:blipFill>
          <a:blip r:embed="rId4">
            <a:alphaModFix/>
          </a:blip>
          <a:stretch>
            <a:fillRect/>
          </a:stretch>
        </p:blipFill>
        <p:spPr>
          <a:xfrm>
            <a:off x="7896800" y="84050"/>
            <a:ext cx="714794" cy="693350"/>
          </a:xfrm>
          <a:prstGeom prst="rect">
            <a:avLst/>
          </a:prstGeom>
          <a:noFill/>
          <a:ln>
            <a:noFill/>
          </a:ln>
        </p:spPr>
      </p:pic>
      <p:sp>
        <p:nvSpPr>
          <p:cNvPr id="5" name="Google Shape;257;p37">
            <a:extLst>
              <a:ext uri="{FF2B5EF4-FFF2-40B4-BE49-F238E27FC236}">
                <a16:creationId xmlns:a16="http://schemas.microsoft.com/office/drawing/2014/main" id="{9FD6D295-26A7-1EF4-B710-34BC780D4214}"/>
              </a:ext>
            </a:extLst>
          </p:cNvPr>
          <p:cNvSpPr txBox="1">
            <a:spLocks/>
          </p:cNvSpPr>
          <p:nvPr/>
        </p:nvSpPr>
        <p:spPr>
          <a:xfrm>
            <a:off x="4088100" y="1906864"/>
            <a:ext cx="5055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r>
              <a:rPr lang="vi-VN" sz="3700" dirty="0">
                <a:solidFill>
                  <a:schemeClr val="bg2"/>
                </a:solidFill>
              </a:rPr>
              <a:t>Styles.CSS</a:t>
            </a:r>
          </a:p>
          <a:p>
            <a:r>
              <a:rPr lang="vi-VN" sz="1200" dirty="0">
                <a:solidFill>
                  <a:schemeClr val="bg2"/>
                </a:solidFill>
              </a:rPr>
              <a:t>(không bao gồm form đăng kí )</a:t>
            </a:r>
          </a:p>
          <a:p>
            <a:endParaRPr lang="vi-VN" sz="1200" dirty="0">
              <a:solidFill>
                <a:schemeClr val="bg2"/>
              </a:solidFill>
            </a:endParaRPr>
          </a:p>
          <a:p>
            <a:r>
              <a:rPr lang="vi-VN" sz="2400" dirty="0">
                <a:solidFill>
                  <a:schemeClr val="bg2"/>
                </a:solidFill>
              </a:rPr>
              <a:t>Lê Tiến Đạt </a:t>
            </a:r>
          </a:p>
          <a:p>
            <a:r>
              <a:rPr lang="vi-VN" sz="2400" dirty="0">
                <a:solidFill>
                  <a:schemeClr val="bg2"/>
                </a:solidFill>
              </a:rPr>
              <a:t>Nguyễn Văn Hưng </a:t>
            </a:r>
          </a:p>
        </p:txBody>
      </p:sp>
      <p:pic>
        <p:nvPicPr>
          <p:cNvPr id="4" name="Picture 3">
            <a:extLst>
              <a:ext uri="{FF2B5EF4-FFF2-40B4-BE49-F238E27FC236}">
                <a16:creationId xmlns:a16="http://schemas.microsoft.com/office/drawing/2014/main" id="{C4387B2F-B2EB-16CA-1800-0B261548C47A}"/>
              </a:ext>
            </a:extLst>
          </p:cNvPr>
          <p:cNvPicPr>
            <a:picLocks noChangeAspect="1"/>
          </p:cNvPicPr>
          <p:nvPr/>
        </p:nvPicPr>
        <p:blipFill>
          <a:blip r:embed="rId5"/>
          <a:stretch>
            <a:fillRect/>
          </a:stretch>
        </p:blipFill>
        <p:spPr>
          <a:xfrm>
            <a:off x="777241" y="1478951"/>
            <a:ext cx="4046220" cy="23699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248541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16F19E58-31CD-3177-1784-5C45D9FE184A}"/>
            </a:ext>
          </a:extLst>
        </p:cNvPr>
        <p:cNvGrpSpPr/>
        <p:nvPr/>
      </p:nvGrpSpPr>
      <p:grpSpPr>
        <a:xfrm>
          <a:off x="0" y="0"/>
          <a:ext cx="0" cy="0"/>
          <a:chOff x="0" y="0"/>
          <a:chExt cx="0" cy="0"/>
        </a:xfrm>
      </p:grpSpPr>
      <p:sp>
        <p:nvSpPr>
          <p:cNvPr id="257" name="Google Shape;257;p37">
            <a:extLst>
              <a:ext uri="{FF2B5EF4-FFF2-40B4-BE49-F238E27FC236}">
                <a16:creationId xmlns:a16="http://schemas.microsoft.com/office/drawing/2014/main" id="{AD494ABF-91EC-E4E8-FE56-6DF3E7140D04}"/>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Phân Công Nhiệm Vụ </a:t>
            </a:r>
            <a:endParaRPr sz="2900" dirty="0">
              <a:solidFill>
                <a:schemeClr val="lt1"/>
              </a:solidFill>
            </a:endParaRPr>
          </a:p>
        </p:txBody>
      </p:sp>
      <p:pic>
        <p:nvPicPr>
          <p:cNvPr id="261" name="Google Shape;261;p37">
            <a:extLst>
              <a:ext uri="{FF2B5EF4-FFF2-40B4-BE49-F238E27FC236}">
                <a16:creationId xmlns:a16="http://schemas.microsoft.com/office/drawing/2014/main" id="{72D6573C-A603-5420-28C0-3B6F4F9279C2}"/>
              </a:ext>
            </a:extLst>
          </p:cNvPr>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a:extLst>
              <a:ext uri="{FF2B5EF4-FFF2-40B4-BE49-F238E27FC236}">
                <a16:creationId xmlns:a16="http://schemas.microsoft.com/office/drawing/2014/main" id="{9B187754-3038-1EDE-5FF3-B55EAAD150F2}"/>
              </a:ext>
            </a:extLst>
          </p:cNvPr>
          <p:cNvPicPr preferRelativeResize="0"/>
          <p:nvPr/>
        </p:nvPicPr>
        <p:blipFill>
          <a:blip r:embed="rId4">
            <a:alphaModFix/>
          </a:blip>
          <a:stretch>
            <a:fillRect/>
          </a:stretch>
        </p:blipFill>
        <p:spPr>
          <a:xfrm>
            <a:off x="7896800" y="84050"/>
            <a:ext cx="714794" cy="693350"/>
          </a:xfrm>
          <a:prstGeom prst="rect">
            <a:avLst/>
          </a:prstGeom>
          <a:noFill/>
          <a:ln>
            <a:noFill/>
          </a:ln>
        </p:spPr>
      </p:pic>
      <p:sp>
        <p:nvSpPr>
          <p:cNvPr id="5" name="Google Shape;257;p37">
            <a:extLst>
              <a:ext uri="{FF2B5EF4-FFF2-40B4-BE49-F238E27FC236}">
                <a16:creationId xmlns:a16="http://schemas.microsoft.com/office/drawing/2014/main" id="{9749B4DF-3DA0-17D2-5BDF-87F0A63EC007}"/>
              </a:ext>
            </a:extLst>
          </p:cNvPr>
          <p:cNvSpPr txBox="1">
            <a:spLocks/>
          </p:cNvSpPr>
          <p:nvPr/>
        </p:nvSpPr>
        <p:spPr>
          <a:xfrm>
            <a:off x="4088100" y="1906864"/>
            <a:ext cx="5055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r>
              <a:rPr lang="vi-VN" sz="3700" dirty="0">
                <a:solidFill>
                  <a:schemeClr val="bg2"/>
                </a:solidFill>
              </a:rPr>
              <a:t>Form đăng kí (biểu mẫu)</a:t>
            </a:r>
            <a:endParaRPr lang="vi-VN" sz="1200" dirty="0">
              <a:solidFill>
                <a:schemeClr val="bg2"/>
              </a:solidFill>
            </a:endParaRPr>
          </a:p>
          <a:p>
            <a:r>
              <a:rPr lang="vi-VN" sz="2400" dirty="0">
                <a:solidFill>
                  <a:schemeClr val="bg2"/>
                </a:solidFill>
              </a:rPr>
              <a:t>Nguyễn Ngọc Hưng </a:t>
            </a:r>
          </a:p>
          <a:p>
            <a:r>
              <a:rPr lang="vi-VN" sz="2400" dirty="0">
                <a:solidFill>
                  <a:schemeClr val="bg2"/>
                </a:solidFill>
              </a:rPr>
              <a:t>Trần Nhã Kỳ</a:t>
            </a:r>
          </a:p>
        </p:txBody>
      </p:sp>
      <p:pic>
        <p:nvPicPr>
          <p:cNvPr id="3" name="Picture 2">
            <a:extLst>
              <a:ext uri="{FF2B5EF4-FFF2-40B4-BE49-F238E27FC236}">
                <a16:creationId xmlns:a16="http://schemas.microsoft.com/office/drawing/2014/main" id="{6CCAAC99-D6A0-DAA5-FBA2-8CF6E8216158}"/>
              </a:ext>
            </a:extLst>
          </p:cNvPr>
          <p:cNvPicPr>
            <a:picLocks noChangeAspect="1"/>
          </p:cNvPicPr>
          <p:nvPr/>
        </p:nvPicPr>
        <p:blipFill>
          <a:blip r:embed="rId5"/>
          <a:stretch>
            <a:fillRect/>
          </a:stretch>
        </p:blipFill>
        <p:spPr>
          <a:xfrm>
            <a:off x="342676" y="1232850"/>
            <a:ext cx="3833084" cy="31623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064976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334ABA99-B681-A267-50F9-23B9357C6F51}"/>
            </a:ext>
          </a:extLst>
        </p:cNvPr>
        <p:cNvGrpSpPr/>
        <p:nvPr/>
      </p:nvGrpSpPr>
      <p:grpSpPr>
        <a:xfrm>
          <a:off x="0" y="0"/>
          <a:ext cx="0" cy="0"/>
          <a:chOff x="0" y="0"/>
          <a:chExt cx="0" cy="0"/>
        </a:xfrm>
      </p:grpSpPr>
      <p:sp>
        <p:nvSpPr>
          <p:cNvPr id="257" name="Google Shape;257;p37">
            <a:extLst>
              <a:ext uri="{FF2B5EF4-FFF2-40B4-BE49-F238E27FC236}">
                <a16:creationId xmlns:a16="http://schemas.microsoft.com/office/drawing/2014/main" id="{A5BD70F6-AD22-3422-030B-A8F302543B45}"/>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Phân Công Nhiệm Vụ </a:t>
            </a:r>
            <a:endParaRPr sz="2900" dirty="0">
              <a:solidFill>
                <a:schemeClr val="lt1"/>
              </a:solidFill>
            </a:endParaRPr>
          </a:p>
        </p:txBody>
      </p:sp>
      <p:pic>
        <p:nvPicPr>
          <p:cNvPr id="261" name="Google Shape;261;p37">
            <a:extLst>
              <a:ext uri="{FF2B5EF4-FFF2-40B4-BE49-F238E27FC236}">
                <a16:creationId xmlns:a16="http://schemas.microsoft.com/office/drawing/2014/main" id="{F23D9A1C-E055-B32D-F76A-4976ABBB5F40}"/>
              </a:ext>
            </a:extLst>
          </p:cNvPr>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a:extLst>
              <a:ext uri="{FF2B5EF4-FFF2-40B4-BE49-F238E27FC236}">
                <a16:creationId xmlns:a16="http://schemas.microsoft.com/office/drawing/2014/main" id="{BFB55F59-4DA8-41D9-811F-8B836A79623A}"/>
              </a:ext>
            </a:extLst>
          </p:cNvPr>
          <p:cNvPicPr preferRelativeResize="0"/>
          <p:nvPr/>
        </p:nvPicPr>
        <p:blipFill>
          <a:blip r:embed="rId4">
            <a:alphaModFix/>
          </a:blip>
          <a:stretch>
            <a:fillRect/>
          </a:stretch>
        </p:blipFill>
        <p:spPr>
          <a:xfrm>
            <a:off x="7896800" y="84050"/>
            <a:ext cx="714794" cy="693350"/>
          </a:xfrm>
          <a:prstGeom prst="rect">
            <a:avLst/>
          </a:prstGeom>
          <a:noFill/>
          <a:ln>
            <a:noFill/>
          </a:ln>
        </p:spPr>
      </p:pic>
      <p:sp>
        <p:nvSpPr>
          <p:cNvPr id="5" name="Google Shape;257;p37">
            <a:extLst>
              <a:ext uri="{FF2B5EF4-FFF2-40B4-BE49-F238E27FC236}">
                <a16:creationId xmlns:a16="http://schemas.microsoft.com/office/drawing/2014/main" id="{55FA37C4-8EF4-7A3C-2C8B-8B2FF417B340}"/>
              </a:ext>
            </a:extLst>
          </p:cNvPr>
          <p:cNvSpPr txBox="1">
            <a:spLocks/>
          </p:cNvSpPr>
          <p:nvPr/>
        </p:nvSpPr>
        <p:spPr>
          <a:xfrm>
            <a:off x="4088100" y="1632544"/>
            <a:ext cx="5055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r>
              <a:rPr lang="vi-VN" sz="3700" dirty="0">
                <a:solidFill>
                  <a:schemeClr val="bg2"/>
                </a:solidFill>
              </a:rPr>
              <a:t>Trang con </a:t>
            </a:r>
          </a:p>
          <a:p>
            <a:r>
              <a:rPr lang="vi-VN" sz="3700" dirty="0">
                <a:solidFill>
                  <a:schemeClr val="bg2"/>
                </a:solidFill>
              </a:rPr>
              <a:t>Nguyễn Văn Thoại </a:t>
            </a:r>
          </a:p>
          <a:p>
            <a:r>
              <a:rPr lang="vi-VN" sz="2400" dirty="0">
                <a:solidFill>
                  <a:schemeClr val="bg2"/>
                </a:solidFill>
              </a:rPr>
              <a:t>Lê Thị Thanh Kiều </a:t>
            </a:r>
          </a:p>
          <a:p>
            <a:r>
              <a:rPr lang="vi-VN" sz="2400" dirty="0">
                <a:solidFill>
                  <a:schemeClr val="bg2"/>
                </a:solidFill>
              </a:rPr>
              <a:t>Huỳnh Thị Kiều Oanh</a:t>
            </a:r>
          </a:p>
        </p:txBody>
      </p:sp>
      <p:pic>
        <p:nvPicPr>
          <p:cNvPr id="4" name="Picture 3">
            <a:extLst>
              <a:ext uri="{FF2B5EF4-FFF2-40B4-BE49-F238E27FC236}">
                <a16:creationId xmlns:a16="http://schemas.microsoft.com/office/drawing/2014/main" id="{157E9650-ED5C-2D02-A586-FA39008D59D4}"/>
              </a:ext>
            </a:extLst>
          </p:cNvPr>
          <p:cNvPicPr>
            <a:picLocks noChangeAspect="1"/>
          </p:cNvPicPr>
          <p:nvPr/>
        </p:nvPicPr>
        <p:blipFill>
          <a:blip r:embed="rId5"/>
          <a:stretch>
            <a:fillRect/>
          </a:stretch>
        </p:blipFill>
        <p:spPr>
          <a:xfrm>
            <a:off x="457200" y="1469975"/>
            <a:ext cx="3573780" cy="27788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656496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B6173169-D512-84BE-20D4-7F8DED21F93B}"/>
            </a:ext>
          </a:extLst>
        </p:cNvPr>
        <p:cNvGrpSpPr/>
        <p:nvPr/>
      </p:nvGrpSpPr>
      <p:grpSpPr>
        <a:xfrm>
          <a:off x="0" y="0"/>
          <a:ext cx="0" cy="0"/>
          <a:chOff x="0" y="0"/>
          <a:chExt cx="0" cy="0"/>
        </a:xfrm>
      </p:grpSpPr>
      <p:sp>
        <p:nvSpPr>
          <p:cNvPr id="257" name="Google Shape;257;p37">
            <a:extLst>
              <a:ext uri="{FF2B5EF4-FFF2-40B4-BE49-F238E27FC236}">
                <a16:creationId xmlns:a16="http://schemas.microsoft.com/office/drawing/2014/main" id="{9786C5AC-2FF2-820B-A9A2-7228651765AE}"/>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Phân Công Nhiệm Vụ </a:t>
            </a:r>
            <a:endParaRPr sz="2900" dirty="0">
              <a:solidFill>
                <a:schemeClr val="lt1"/>
              </a:solidFill>
            </a:endParaRPr>
          </a:p>
        </p:txBody>
      </p:sp>
      <p:pic>
        <p:nvPicPr>
          <p:cNvPr id="261" name="Google Shape;261;p37">
            <a:extLst>
              <a:ext uri="{FF2B5EF4-FFF2-40B4-BE49-F238E27FC236}">
                <a16:creationId xmlns:a16="http://schemas.microsoft.com/office/drawing/2014/main" id="{897C6529-9498-A1C1-A4AB-AC641EC19A7E}"/>
              </a:ext>
            </a:extLst>
          </p:cNvPr>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a:extLst>
              <a:ext uri="{FF2B5EF4-FFF2-40B4-BE49-F238E27FC236}">
                <a16:creationId xmlns:a16="http://schemas.microsoft.com/office/drawing/2014/main" id="{D72BB30D-8686-8778-8204-D20672C3CDCF}"/>
              </a:ext>
            </a:extLst>
          </p:cNvPr>
          <p:cNvPicPr preferRelativeResize="0"/>
          <p:nvPr/>
        </p:nvPicPr>
        <p:blipFill>
          <a:blip r:embed="rId4">
            <a:alphaModFix/>
          </a:blip>
          <a:stretch>
            <a:fillRect/>
          </a:stretch>
        </p:blipFill>
        <p:spPr>
          <a:xfrm>
            <a:off x="7896800" y="84050"/>
            <a:ext cx="714794" cy="693350"/>
          </a:xfrm>
          <a:prstGeom prst="rect">
            <a:avLst/>
          </a:prstGeom>
          <a:noFill/>
          <a:ln>
            <a:noFill/>
          </a:ln>
        </p:spPr>
      </p:pic>
      <p:sp>
        <p:nvSpPr>
          <p:cNvPr id="5" name="Google Shape;257;p37">
            <a:extLst>
              <a:ext uri="{FF2B5EF4-FFF2-40B4-BE49-F238E27FC236}">
                <a16:creationId xmlns:a16="http://schemas.microsoft.com/office/drawing/2014/main" id="{B8A7EA9F-FC30-1321-6B98-DC9FD70B9DA0}"/>
              </a:ext>
            </a:extLst>
          </p:cNvPr>
          <p:cNvSpPr txBox="1">
            <a:spLocks/>
          </p:cNvSpPr>
          <p:nvPr/>
        </p:nvSpPr>
        <p:spPr>
          <a:xfrm>
            <a:off x="4088100" y="1906864"/>
            <a:ext cx="5055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r>
              <a:rPr lang="vi-VN" sz="3700" dirty="0">
                <a:solidFill>
                  <a:schemeClr val="bg2"/>
                </a:solidFill>
              </a:rPr>
              <a:t>Trang con </a:t>
            </a:r>
          </a:p>
          <a:p>
            <a:r>
              <a:rPr lang="vi-VN" sz="3700" dirty="0">
                <a:solidFill>
                  <a:schemeClr val="bg2"/>
                </a:solidFill>
              </a:rPr>
              <a:t>T H P T  Vĩnh Trạch </a:t>
            </a:r>
          </a:p>
          <a:p>
            <a:r>
              <a:rPr lang="vi-VN" sz="3700" dirty="0">
                <a:solidFill>
                  <a:schemeClr val="bg2"/>
                </a:solidFill>
              </a:rPr>
              <a:t> </a:t>
            </a:r>
            <a:r>
              <a:rPr lang="vi-VN" sz="2400" dirty="0">
                <a:solidFill>
                  <a:schemeClr val="bg2"/>
                </a:solidFill>
              </a:rPr>
              <a:t>Trương Thị Kiều My</a:t>
            </a:r>
          </a:p>
          <a:p>
            <a:r>
              <a:rPr lang="vi-VN" sz="2400" dirty="0">
                <a:solidFill>
                  <a:schemeClr val="bg2"/>
                </a:solidFill>
              </a:rPr>
              <a:t>  Nguyễn Lê Phương Anh</a:t>
            </a:r>
            <a:endParaRPr lang="vi-VN" sz="2800" dirty="0">
              <a:solidFill>
                <a:schemeClr val="bg2"/>
              </a:solidFill>
            </a:endParaRPr>
          </a:p>
        </p:txBody>
      </p:sp>
      <p:pic>
        <p:nvPicPr>
          <p:cNvPr id="4" name="Picture 3">
            <a:extLst>
              <a:ext uri="{FF2B5EF4-FFF2-40B4-BE49-F238E27FC236}">
                <a16:creationId xmlns:a16="http://schemas.microsoft.com/office/drawing/2014/main" id="{D8C905DB-49EA-6F20-B38E-01AC137C84A5}"/>
              </a:ext>
            </a:extLst>
          </p:cNvPr>
          <p:cNvPicPr>
            <a:picLocks noChangeAspect="1"/>
          </p:cNvPicPr>
          <p:nvPr/>
        </p:nvPicPr>
        <p:blipFill>
          <a:blip r:embed="rId5"/>
          <a:stretch>
            <a:fillRect/>
          </a:stretch>
        </p:blipFill>
        <p:spPr>
          <a:xfrm>
            <a:off x="403861" y="1373029"/>
            <a:ext cx="3783070" cy="25818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960670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7"/>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700" dirty="0">
                <a:solidFill>
                  <a:schemeClr val="lt1"/>
                </a:solidFill>
              </a:rPr>
              <a:t>Phân Công Nhiệm Vụ </a:t>
            </a:r>
            <a:endParaRPr sz="2900" dirty="0">
              <a:solidFill>
                <a:schemeClr val="lt1"/>
              </a:solidFill>
            </a:endParaRPr>
          </a:p>
        </p:txBody>
      </p:sp>
      <p:pic>
        <p:nvPicPr>
          <p:cNvPr id="261" name="Google Shape;261;p37"/>
          <p:cNvPicPr preferRelativeResize="0"/>
          <p:nvPr/>
        </p:nvPicPr>
        <p:blipFill>
          <a:blip r:embed="rId3">
            <a:alphaModFix/>
          </a:blip>
          <a:stretch>
            <a:fillRect/>
          </a:stretch>
        </p:blipFill>
        <p:spPr>
          <a:xfrm>
            <a:off x="8384950" y="539500"/>
            <a:ext cx="625851" cy="693350"/>
          </a:xfrm>
          <a:prstGeom prst="rect">
            <a:avLst/>
          </a:prstGeom>
          <a:noFill/>
          <a:ln>
            <a:noFill/>
          </a:ln>
        </p:spPr>
      </p:pic>
      <p:pic>
        <p:nvPicPr>
          <p:cNvPr id="262" name="Google Shape;262;p37"/>
          <p:cNvPicPr preferRelativeResize="0"/>
          <p:nvPr/>
        </p:nvPicPr>
        <p:blipFill>
          <a:blip r:embed="rId4">
            <a:alphaModFix/>
          </a:blip>
          <a:stretch>
            <a:fillRect/>
          </a:stretch>
        </p:blipFill>
        <p:spPr>
          <a:xfrm>
            <a:off x="7896800" y="84050"/>
            <a:ext cx="714794" cy="693350"/>
          </a:xfrm>
          <a:prstGeom prst="rect">
            <a:avLst/>
          </a:prstGeom>
          <a:noFill/>
          <a:ln>
            <a:noFill/>
          </a:ln>
        </p:spPr>
      </p:pic>
      <p:pic>
        <p:nvPicPr>
          <p:cNvPr id="3" name="Picture 2">
            <a:extLst>
              <a:ext uri="{FF2B5EF4-FFF2-40B4-BE49-F238E27FC236}">
                <a16:creationId xmlns:a16="http://schemas.microsoft.com/office/drawing/2014/main" id="{95EFFB20-47D2-E2C6-A055-333F48AD559D}"/>
              </a:ext>
            </a:extLst>
          </p:cNvPr>
          <p:cNvPicPr>
            <a:picLocks noChangeAspect="1"/>
          </p:cNvPicPr>
          <p:nvPr/>
        </p:nvPicPr>
        <p:blipFill>
          <a:blip r:embed="rId5"/>
          <a:stretch>
            <a:fillRect/>
          </a:stretch>
        </p:blipFill>
        <p:spPr>
          <a:xfrm>
            <a:off x="655320" y="1341120"/>
            <a:ext cx="4360404" cy="22768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Google Shape;257;p37">
            <a:extLst>
              <a:ext uri="{FF2B5EF4-FFF2-40B4-BE49-F238E27FC236}">
                <a16:creationId xmlns:a16="http://schemas.microsoft.com/office/drawing/2014/main" id="{CB294F88-72A8-122B-AD6A-80C120AE7BDE}"/>
              </a:ext>
            </a:extLst>
          </p:cNvPr>
          <p:cNvSpPr txBox="1">
            <a:spLocks/>
          </p:cNvSpPr>
          <p:nvPr/>
        </p:nvSpPr>
        <p:spPr>
          <a:xfrm>
            <a:off x="4088100" y="1906864"/>
            <a:ext cx="5055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Playball"/>
                <a:ea typeface="Playball"/>
                <a:cs typeface="Playball"/>
                <a:sym typeface="Playball"/>
              </a:defRPr>
            </a:lvl1pPr>
            <a:lvl2pPr marR="0" lvl="1"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2pPr>
            <a:lvl3pPr marR="0" lvl="2"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3pPr>
            <a:lvl4pPr marR="0" lvl="3"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4pPr>
            <a:lvl5pPr marR="0" lvl="4"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5pPr>
            <a:lvl6pPr marR="0" lvl="5"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6pPr>
            <a:lvl7pPr marR="0" lvl="6"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7pPr>
            <a:lvl8pPr marR="0" lvl="7"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8pPr>
            <a:lvl9pPr marR="0" lvl="8" algn="l" rtl="0">
              <a:lnSpc>
                <a:spcPct val="100000"/>
              </a:lnSpc>
              <a:spcBef>
                <a:spcPts val="0"/>
              </a:spcBef>
              <a:spcAft>
                <a:spcPts val="0"/>
              </a:spcAft>
              <a:buClr>
                <a:schemeClr val="dk1"/>
              </a:buClr>
              <a:buSzPts val="3500"/>
              <a:buFont typeface="IBM Plex Serif"/>
              <a:buNone/>
              <a:defRPr sz="3500" b="0" i="0" u="none" strike="noStrike" cap="none">
                <a:solidFill>
                  <a:schemeClr val="dk1"/>
                </a:solidFill>
                <a:latin typeface="IBM Plex Serif"/>
                <a:ea typeface="IBM Plex Serif"/>
                <a:cs typeface="IBM Plex Serif"/>
                <a:sym typeface="IBM Plex Serif"/>
              </a:defRPr>
            </a:lvl9pPr>
          </a:lstStyle>
          <a:p>
            <a:r>
              <a:rPr lang="vi-VN" sz="3700" dirty="0">
                <a:solidFill>
                  <a:schemeClr val="bg2"/>
                </a:solidFill>
              </a:rPr>
              <a:t>Giao diện mới </a:t>
            </a:r>
          </a:p>
          <a:p>
            <a:r>
              <a:rPr lang="vi-VN" sz="2000" dirty="0">
                <a:solidFill>
                  <a:schemeClr val="bg2"/>
                </a:solidFill>
              </a:rPr>
              <a:t>Nguyễn Thiện Đức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0"/>
          <p:cNvSpPr/>
          <p:nvPr/>
        </p:nvSpPr>
        <p:spPr>
          <a:xfrm>
            <a:off x="1122925" y="3328875"/>
            <a:ext cx="4230000" cy="475800"/>
          </a:xfrm>
          <a:prstGeom prst="roundRect">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8" name="Google Shape;308;p40"/>
          <p:cNvPicPr preferRelativeResize="0"/>
          <p:nvPr/>
        </p:nvPicPr>
        <p:blipFill>
          <a:blip r:embed="rId3">
            <a:alphaModFix/>
          </a:blip>
          <a:stretch>
            <a:fillRect/>
          </a:stretch>
        </p:blipFill>
        <p:spPr>
          <a:xfrm>
            <a:off x="4325963" y="-1314637"/>
            <a:ext cx="5362575" cy="4105275"/>
          </a:xfrm>
          <a:prstGeom prst="rect">
            <a:avLst/>
          </a:prstGeom>
          <a:noFill/>
          <a:ln>
            <a:noFill/>
          </a:ln>
        </p:spPr>
      </p:pic>
      <p:sp>
        <p:nvSpPr>
          <p:cNvPr id="309" name="Google Shape;309;p40"/>
          <p:cNvSpPr txBox="1">
            <a:spLocks noGrp="1"/>
          </p:cNvSpPr>
          <p:nvPr>
            <p:ph type="title"/>
          </p:nvPr>
        </p:nvSpPr>
        <p:spPr>
          <a:xfrm>
            <a:off x="925075" y="2563275"/>
            <a:ext cx="46257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a:t>Nội dung </a:t>
            </a:r>
            <a:endParaRPr dirty="0"/>
          </a:p>
        </p:txBody>
      </p:sp>
      <p:sp>
        <p:nvSpPr>
          <p:cNvPr id="310" name="Google Shape;310;p40"/>
          <p:cNvSpPr txBox="1">
            <a:spLocks noGrp="1"/>
          </p:cNvSpPr>
          <p:nvPr>
            <p:ph type="title" idx="2"/>
          </p:nvPr>
        </p:nvSpPr>
        <p:spPr>
          <a:xfrm>
            <a:off x="2290600" y="1281075"/>
            <a:ext cx="1894800" cy="12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11" name="Google Shape;311;p40"/>
          <p:cNvSpPr txBox="1">
            <a:spLocks noGrp="1"/>
          </p:cNvSpPr>
          <p:nvPr>
            <p:ph type="subTitle" idx="1"/>
          </p:nvPr>
        </p:nvSpPr>
        <p:spPr>
          <a:xfrm>
            <a:off x="925150" y="3379275"/>
            <a:ext cx="46257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You can enter a subtitle here if you need it</a:t>
            </a:r>
            <a:endParaRPr dirty="0"/>
          </a:p>
        </p:txBody>
      </p:sp>
      <p:cxnSp>
        <p:nvCxnSpPr>
          <p:cNvPr id="312" name="Google Shape;312;p40"/>
          <p:cNvCxnSpPr/>
          <p:nvPr/>
        </p:nvCxnSpPr>
        <p:spPr>
          <a:xfrm>
            <a:off x="2290600" y="1939275"/>
            <a:ext cx="198600" cy="0"/>
          </a:xfrm>
          <a:prstGeom prst="straightConnector1">
            <a:avLst/>
          </a:prstGeom>
          <a:noFill/>
          <a:ln w="19050" cap="flat" cmpd="sng">
            <a:solidFill>
              <a:schemeClr val="accent1"/>
            </a:solidFill>
            <a:prstDash val="solid"/>
            <a:round/>
            <a:headEnd type="none" w="med" len="med"/>
            <a:tailEnd type="none" w="med" len="med"/>
          </a:ln>
        </p:spPr>
      </p:cxnSp>
      <p:cxnSp>
        <p:nvCxnSpPr>
          <p:cNvPr id="313" name="Google Shape;313;p40"/>
          <p:cNvCxnSpPr/>
          <p:nvPr/>
        </p:nvCxnSpPr>
        <p:spPr>
          <a:xfrm>
            <a:off x="3939875" y="1939275"/>
            <a:ext cx="198600" cy="0"/>
          </a:xfrm>
          <a:prstGeom prst="straightConnector1">
            <a:avLst/>
          </a:prstGeom>
          <a:noFill/>
          <a:ln w="19050" cap="flat" cmpd="sng">
            <a:solidFill>
              <a:schemeClr val="accent1"/>
            </a:solidFill>
            <a:prstDash val="solid"/>
            <a:round/>
            <a:headEnd type="none" w="med" len="med"/>
            <a:tailEnd type="none" w="med" len="med"/>
          </a:ln>
        </p:spPr>
      </p:cxnSp>
      <p:pic>
        <p:nvPicPr>
          <p:cNvPr id="314" name="Google Shape;314;p40"/>
          <p:cNvPicPr preferRelativeResize="0"/>
          <p:nvPr/>
        </p:nvPicPr>
        <p:blipFill>
          <a:blip r:embed="rId4">
            <a:alphaModFix/>
          </a:blip>
          <a:stretch>
            <a:fillRect/>
          </a:stretch>
        </p:blipFill>
        <p:spPr>
          <a:xfrm>
            <a:off x="5848313" y="784874"/>
            <a:ext cx="4038212" cy="4769050"/>
          </a:xfrm>
          <a:prstGeom prst="rect">
            <a:avLst/>
          </a:prstGeom>
          <a:noFill/>
          <a:ln>
            <a:noFill/>
          </a:ln>
        </p:spPr>
      </p:pic>
      <p:pic>
        <p:nvPicPr>
          <p:cNvPr id="315" name="Google Shape;315;p40"/>
          <p:cNvPicPr preferRelativeResize="0"/>
          <p:nvPr/>
        </p:nvPicPr>
        <p:blipFill rotWithShape="1">
          <a:blip r:embed="rId5">
            <a:alphaModFix/>
          </a:blip>
          <a:srcRect t="15934" b="12708"/>
          <a:stretch/>
        </p:blipFill>
        <p:spPr>
          <a:xfrm flipH="1">
            <a:off x="5550775" y="3791557"/>
            <a:ext cx="2194394" cy="1603401"/>
          </a:xfrm>
          <a:prstGeom prst="rect">
            <a:avLst/>
          </a:prstGeom>
          <a:noFill/>
          <a:ln>
            <a:noFill/>
          </a:ln>
        </p:spPr>
      </p:pic>
      <p:pic>
        <p:nvPicPr>
          <p:cNvPr id="316" name="Google Shape;316;p40"/>
          <p:cNvPicPr preferRelativeResize="0"/>
          <p:nvPr/>
        </p:nvPicPr>
        <p:blipFill>
          <a:blip r:embed="rId3">
            <a:alphaModFix/>
          </a:blip>
          <a:stretch>
            <a:fillRect/>
          </a:stretch>
        </p:blipFill>
        <p:spPr>
          <a:xfrm rot="2086979">
            <a:off x="-3020600" y="2664887"/>
            <a:ext cx="5362574" cy="4105275"/>
          </a:xfrm>
          <a:prstGeom prst="rect">
            <a:avLst/>
          </a:prstGeom>
          <a:noFill/>
          <a:ln>
            <a:noFill/>
          </a:ln>
        </p:spPr>
      </p:pic>
      <p:pic>
        <p:nvPicPr>
          <p:cNvPr id="317" name="Google Shape;317;p40"/>
          <p:cNvPicPr preferRelativeResize="0"/>
          <p:nvPr/>
        </p:nvPicPr>
        <p:blipFill>
          <a:blip r:embed="rId6">
            <a:alphaModFix/>
          </a:blip>
          <a:stretch>
            <a:fillRect/>
          </a:stretch>
        </p:blipFill>
        <p:spPr>
          <a:xfrm flipH="1">
            <a:off x="189925" y="521900"/>
            <a:ext cx="1647250" cy="1812775"/>
          </a:xfrm>
          <a:prstGeom prst="rect">
            <a:avLst/>
          </a:prstGeom>
          <a:noFill/>
          <a:ln>
            <a:noFill/>
          </a:ln>
        </p:spPr>
      </p:pic>
      <p:pic>
        <p:nvPicPr>
          <p:cNvPr id="318" name="Google Shape;318;p40"/>
          <p:cNvPicPr preferRelativeResize="0"/>
          <p:nvPr/>
        </p:nvPicPr>
        <p:blipFill>
          <a:blip r:embed="rId7">
            <a:alphaModFix/>
          </a:blip>
          <a:stretch>
            <a:fillRect/>
          </a:stretch>
        </p:blipFill>
        <p:spPr>
          <a:xfrm rot="2993464">
            <a:off x="7863400" y="2440488"/>
            <a:ext cx="2352675" cy="2562225"/>
          </a:xfrm>
          <a:prstGeom prst="rect">
            <a:avLst/>
          </a:prstGeom>
          <a:noFill/>
          <a:ln>
            <a:noFill/>
          </a:ln>
        </p:spPr>
      </p:pic>
      <p:pic>
        <p:nvPicPr>
          <p:cNvPr id="319" name="Google Shape;319;p40"/>
          <p:cNvPicPr preferRelativeResize="0"/>
          <p:nvPr/>
        </p:nvPicPr>
        <p:blipFill>
          <a:blip r:embed="rId8">
            <a:alphaModFix/>
          </a:blip>
          <a:stretch>
            <a:fillRect/>
          </a:stretch>
        </p:blipFill>
        <p:spPr>
          <a:xfrm>
            <a:off x="5452496" y="1496475"/>
            <a:ext cx="952500" cy="914400"/>
          </a:xfrm>
          <a:prstGeom prst="rect">
            <a:avLst/>
          </a:prstGeom>
          <a:noFill/>
          <a:ln>
            <a:noFill/>
          </a:ln>
        </p:spPr>
      </p:pic>
      <p:pic>
        <p:nvPicPr>
          <p:cNvPr id="320" name="Google Shape;320;p40"/>
          <p:cNvPicPr preferRelativeResize="0"/>
          <p:nvPr/>
        </p:nvPicPr>
        <p:blipFill>
          <a:blip r:embed="rId9">
            <a:alphaModFix/>
          </a:blip>
          <a:stretch>
            <a:fillRect/>
          </a:stretch>
        </p:blipFill>
        <p:spPr>
          <a:xfrm>
            <a:off x="5452500" y="207700"/>
            <a:ext cx="881239" cy="976275"/>
          </a:xfrm>
          <a:prstGeom prst="rect">
            <a:avLst/>
          </a:prstGeom>
          <a:noFill/>
          <a:ln>
            <a:noFill/>
          </a:ln>
        </p:spPr>
      </p:pic>
      <p:pic>
        <p:nvPicPr>
          <p:cNvPr id="321" name="Google Shape;321;p40"/>
          <p:cNvPicPr preferRelativeResize="0"/>
          <p:nvPr/>
        </p:nvPicPr>
        <p:blipFill>
          <a:blip r:embed="rId10">
            <a:alphaModFix/>
          </a:blip>
          <a:stretch>
            <a:fillRect/>
          </a:stretch>
        </p:blipFill>
        <p:spPr>
          <a:xfrm>
            <a:off x="4767771" y="905900"/>
            <a:ext cx="952500" cy="923925"/>
          </a:xfrm>
          <a:prstGeom prst="rect">
            <a:avLst/>
          </a:prstGeom>
          <a:noFill/>
          <a:ln>
            <a:noFill/>
          </a:ln>
        </p:spPr>
      </p:pic>
      <p:pic>
        <p:nvPicPr>
          <p:cNvPr id="322" name="Google Shape;322;p40"/>
          <p:cNvPicPr preferRelativeResize="0"/>
          <p:nvPr/>
        </p:nvPicPr>
        <p:blipFill>
          <a:blip r:embed="rId11">
            <a:alphaModFix/>
          </a:blip>
          <a:stretch>
            <a:fillRect/>
          </a:stretch>
        </p:blipFill>
        <p:spPr>
          <a:xfrm rot="308293" flipH="1">
            <a:off x="43909" y="3800464"/>
            <a:ext cx="2245808" cy="1976846"/>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1"/>
          <p:cNvSpPr txBox="1">
            <a:spLocks noGrp="1"/>
          </p:cNvSpPr>
          <p:nvPr>
            <p:ph type="title"/>
          </p:nvPr>
        </p:nvSpPr>
        <p:spPr>
          <a:xfrm>
            <a:off x="1024600" y="368825"/>
            <a:ext cx="7094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lt1"/>
                </a:solidFill>
              </a:rPr>
              <a:t>Mục đích và ý tưởng</a:t>
            </a:r>
            <a:endParaRPr sz="2600" dirty="0">
              <a:solidFill>
                <a:schemeClr val="dk2"/>
              </a:solidFill>
              <a:latin typeface="IBM Plex Serif SemiBold"/>
              <a:ea typeface="IBM Plex Serif SemiBold"/>
              <a:cs typeface="IBM Plex Serif SemiBold"/>
              <a:sym typeface="IBM Plex Serif SemiBold"/>
            </a:endParaRPr>
          </a:p>
        </p:txBody>
      </p:sp>
      <p:sp>
        <p:nvSpPr>
          <p:cNvPr id="328" name="Google Shape;328;p41"/>
          <p:cNvSpPr txBox="1">
            <a:spLocks noGrp="1"/>
          </p:cNvSpPr>
          <p:nvPr>
            <p:ph type="subTitle" idx="1"/>
          </p:nvPr>
        </p:nvSpPr>
        <p:spPr>
          <a:xfrm>
            <a:off x="4809538" y="1548650"/>
            <a:ext cx="3785821" cy="2519700"/>
          </a:xfrm>
          <a:prstGeom prst="rect">
            <a:avLst/>
          </a:prstGeom>
        </p:spPr>
        <p:txBody>
          <a:bodyPr spcFirstLastPara="1" wrap="square" lIns="91425" tIns="91425" rIns="91425" bIns="91425" anchor="t" anchorCtr="0">
            <a:noAutofit/>
          </a:bodyPr>
          <a:lstStyle/>
          <a:p>
            <a:pPr marL="0" lvl="0" indent="0"/>
            <a:r>
              <a:rPr lang="vi-VN" dirty="0"/>
              <a:t>Xây dựng website "Tết Bính Ngọ 2026 - Truyền Thống &amp; Hiện Đại" với các mục chính: giới thiệu Tết Nguyên Đán, phong tục tập quán, kết nối hiện đại, và hoạt động trường học. Website tích hợp đa phương tiện (hình ảnh, video, audio) để minh họa sinh động, đồng thời có tính tương tác cao qua form chia sẻ khoảnh khắc Tết và gallery hình ảnh. Đặc biệt, trang web dành riêng phần giới thiệu hoạt động Tết của hai trường THPT Vĩnh Trạch và Nguyễn Văn Thoại, tạo sân chơi chung để học sinh thể hiện sự sáng tạo và tinh thần đoàn kết.</a:t>
            </a:r>
            <a:endParaRPr dirty="0"/>
          </a:p>
        </p:txBody>
      </p:sp>
      <p:sp>
        <p:nvSpPr>
          <p:cNvPr id="329" name="Google Shape;329;p41"/>
          <p:cNvSpPr txBox="1">
            <a:spLocks noGrp="1"/>
          </p:cNvSpPr>
          <p:nvPr>
            <p:ph type="subTitle" idx="2"/>
          </p:nvPr>
        </p:nvSpPr>
        <p:spPr>
          <a:xfrm>
            <a:off x="985461" y="1548650"/>
            <a:ext cx="3348900" cy="2519700"/>
          </a:xfrm>
          <a:prstGeom prst="rect">
            <a:avLst/>
          </a:prstGeom>
        </p:spPr>
        <p:txBody>
          <a:bodyPr spcFirstLastPara="1" wrap="square" lIns="91425" tIns="91425" rIns="91425" bIns="91425" anchor="t" anchorCtr="0">
            <a:noAutofit/>
          </a:bodyPr>
          <a:lstStyle/>
          <a:p>
            <a:pPr marL="0" lvl="0" indent="0"/>
            <a:r>
              <a:rPr lang="vi-VN" dirty="0"/>
              <a:t>Tạo website về Tết Nguyên Đán nhằm bảo tồn và phát huy văn hóa truyền thống Việt Nam trong thời đại số, đồng thời ứng dụng công nghệ để giáo dục thế hệ trẻ về các giá trị Tết cổ truyền. Dự án giúp học sinh không chỉ hiểu sâu về phong tục tập quán mà còn rèn luyện kỹ năng thiết kế web, sáng tạo nội dung đa phương tiện, từ đó tạo cầu nối kết nối giữa các thế hệ và lan tỏa những giá trị tốt đẹp của Tết Việt trong cộng đồng học đường.</a:t>
            </a:r>
            <a:endParaRPr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6">
          <a:extLst>
            <a:ext uri="{FF2B5EF4-FFF2-40B4-BE49-F238E27FC236}">
              <a16:creationId xmlns:a16="http://schemas.microsoft.com/office/drawing/2014/main" id="{20F949AE-84A9-70EA-A0B1-10AC48612CF9}"/>
            </a:ext>
          </a:extLst>
        </p:cNvPr>
        <p:cNvGrpSpPr/>
        <p:nvPr/>
      </p:nvGrpSpPr>
      <p:grpSpPr>
        <a:xfrm>
          <a:off x="0" y="0"/>
          <a:ext cx="0" cy="0"/>
          <a:chOff x="0" y="0"/>
          <a:chExt cx="0" cy="0"/>
        </a:xfrm>
      </p:grpSpPr>
      <p:sp>
        <p:nvSpPr>
          <p:cNvPr id="327" name="Google Shape;327;p41">
            <a:extLst>
              <a:ext uri="{FF2B5EF4-FFF2-40B4-BE49-F238E27FC236}">
                <a16:creationId xmlns:a16="http://schemas.microsoft.com/office/drawing/2014/main" id="{612F94F0-0439-E28E-33B0-68A088104BEA}"/>
              </a:ext>
            </a:extLst>
          </p:cNvPr>
          <p:cNvSpPr txBox="1">
            <a:spLocks noGrp="1"/>
          </p:cNvSpPr>
          <p:nvPr>
            <p:ph type="title"/>
          </p:nvPr>
        </p:nvSpPr>
        <p:spPr>
          <a:xfrm>
            <a:off x="1024600" y="368825"/>
            <a:ext cx="7094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lt1"/>
                </a:solidFill>
              </a:rPr>
              <a:t>Mục đích hoạt động </a:t>
            </a:r>
            <a:endParaRPr sz="2600" dirty="0">
              <a:solidFill>
                <a:schemeClr val="dk2"/>
              </a:solidFill>
              <a:latin typeface="IBM Plex Serif SemiBold"/>
              <a:ea typeface="IBM Plex Serif SemiBold"/>
              <a:cs typeface="IBM Plex Serif SemiBold"/>
              <a:sym typeface="IBM Plex Serif SemiBold"/>
            </a:endParaRPr>
          </a:p>
        </p:txBody>
      </p:sp>
      <p:sp>
        <p:nvSpPr>
          <p:cNvPr id="328" name="Google Shape;328;p41">
            <a:extLst>
              <a:ext uri="{FF2B5EF4-FFF2-40B4-BE49-F238E27FC236}">
                <a16:creationId xmlns:a16="http://schemas.microsoft.com/office/drawing/2014/main" id="{1A85C2DC-E5EE-D137-0151-4293764C5D67}"/>
              </a:ext>
            </a:extLst>
          </p:cNvPr>
          <p:cNvSpPr txBox="1">
            <a:spLocks noGrp="1"/>
          </p:cNvSpPr>
          <p:nvPr>
            <p:ph type="subTitle" idx="1"/>
          </p:nvPr>
        </p:nvSpPr>
        <p:spPr>
          <a:xfrm>
            <a:off x="9305338" y="1640090"/>
            <a:ext cx="3785821" cy="2519700"/>
          </a:xfrm>
          <a:prstGeom prst="rect">
            <a:avLst/>
          </a:prstGeom>
        </p:spPr>
        <p:txBody>
          <a:bodyPr spcFirstLastPara="1" wrap="square" lIns="91425" tIns="91425" rIns="91425" bIns="91425" anchor="t" anchorCtr="0">
            <a:noAutofit/>
          </a:bodyPr>
          <a:lstStyle/>
          <a:p>
            <a:pPr marL="0" lvl="0" indent="0"/>
            <a:r>
              <a:rPr lang="vi-VN" dirty="0"/>
              <a:t>Xây dựng website "Tết Bính Ngọ 2026 - Truyền Thống &amp; Hiện Đại" với các mục chính: giới thiệu Tết Nguyên Đán, phong tục tập quán, kết nối hiện đại, và hoạt động trường học. Website tích hợp đa phương tiện (hình ảnh, video, audio) để minh họa sinh động, đồng thời có tính tương tác cao qua form chia sẻ khoảnh khắc Tết và gallery hình ảnh. Đặc biệt, trang web dành riêng phần giới thiệu hoạt động Tết của hai trường THPT Vĩnh Trạch và Nguyễn Văn Thoại, tạo sân chơi chung để học sinh thể hiện sự sáng tạo và tinh thần đoàn kết.</a:t>
            </a:r>
            <a:endParaRPr dirty="0"/>
          </a:p>
        </p:txBody>
      </p:sp>
      <p:sp>
        <p:nvSpPr>
          <p:cNvPr id="329" name="Google Shape;329;p41">
            <a:extLst>
              <a:ext uri="{FF2B5EF4-FFF2-40B4-BE49-F238E27FC236}">
                <a16:creationId xmlns:a16="http://schemas.microsoft.com/office/drawing/2014/main" id="{21725B7F-9506-F3DC-A54E-80462301B4BC}"/>
              </a:ext>
            </a:extLst>
          </p:cNvPr>
          <p:cNvSpPr txBox="1">
            <a:spLocks noGrp="1"/>
          </p:cNvSpPr>
          <p:nvPr>
            <p:ph type="subTitle" idx="2"/>
          </p:nvPr>
        </p:nvSpPr>
        <p:spPr>
          <a:xfrm>
            <a:off x="1236920" y="1182890"/>
            <a:ext cx="6786939" cy="2519700"/>
          </a:xfrm>
          <a:prstGeom prst="rect">
            <a:avLst/>
          </a:prstGeom>
        </p:spPr>
        <p:txBody>
          <a:bodyPr spcFirstLastPara="1" wrap="square" lIns="91425" tIns="91425" rIns="91425" bIns="91425" anchor="t" anchorCtr="0">
            <a:noAutofit/>
          </a:bodyPr>
          <a:lstStyle/>
          <a:p>
            <a:pPr marL="0" lvl="0" indent="0"/>
            <a:r>
              <a:rPr lang="vi-VN" sz="2400" dirty="0"/>
              <a:t>Tạo website về Tết Nguyên Đán nhằm bảo tồn và phát huy văn hóa truyền thống Việt Nam trong thời đại số, đồng thời ứng dụng công nghệ để giáo dục thế hệ trẻ về các giá trị Tết cổ truyền. Dự án giúp học sinh không chỉ hiểu sâu về phong tục tập quán mà còn rèn luyện kỹ năng thiết kế web, sáng tạo nội dung đa phương tiện, từ đó tạo cầu nối kết nối giữa các thế hệ và lan tỏa những giá trị tốt đẹp của Tết Việt trong cộng đồng học đường.</a:t>
            </a:r>
            <a:endParaRPr sz="2400" dirty="0"/>
          </a:p>
        </p:txBody>
      </p:sp>
    </p:spTree>
    <p:extLst>
      <p:ext uri="{BB962C8B-B14F-4D97-AF65-F5344CB8AC3E}">
        <p14:creationId xmlns:p14="http://schemas.microsoft.com/office/powerpoint/2010/main" val="2770935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6">
          <a:extLst>
            <a:ext uri="{FF2B5EF4-FFF2-40B4-BE49-F238E27FC236}">
              <a16:creationId xmlns:a16="http://schemas.microsoft.com/office/drawing/2014/main" id="{4AA8E974-769E-D08D-2537-5901C7812955}"/>
            </a:ext>
          </a:extLst>
        </p:cNvPr>
        <p:cNvGrpSpPr/>
        <p:nvPr/>
      </p:nvGrpSpPr>
      <p:grpSpPr>
        <a:xfrm>
          <a:off x="0" y="0"/>
          <a:ext cx="0" cy="0"/>
          <a:chOff x="0" y="0"/>
          <a:chExt cx="0" cy="0"/>
        </a:xfrm>
      </p:grpSpPr>
      <p:sp>
        <p:nvSpPr>
          <p:cNvPr id="327" name="Google Shape;327;p41">
            <a:extLst>
              <a:ext uri="{FF2B5EF4-FFF2-40B4-BE49-F238E27FC236}">
                <a16:creationId xmlns:a16="http://schemas.microsoft.com/office/drawing/2014/main" id="{0A40F1E7-438C-1E0B-6235-557AB885EE67}"/>
              </a:ext>
            </a:extLst>
          </p:cNvPr>
          <p:cNvSpPr txBox="1">
            <a:spLocks noGrp="1"/>
          </p:cNvSpPr>
          <p:nvPr>
            <p:ph type="title"/>
          </p:nvPr>
        </p:nvSpPr>
        <p:spPr>
          <a:xfrm>
            <a:off x="1024600" y="368825"/>
            <a:ext cx="7094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lt1"/>
                </a:solidFill>
              </a:rPr>
              <a:t>Ý tưởng hoạt động </a:t>
            </a:r>
            <a:endParaRPr sz="2600" dirty="0">
              <a:solidFill>
                <a:schemeClr val="dk2"/>
              </a:solidFill>
              <a:latin typeface="IBM Plex Serif SemiBold"/>
              <a:ea typeface="IBM Plex Serif SemiBold"/>
              <a:cs typeface="IBM Plex Serif SemiBold"/>
              <a:sym typeface="IBM Plex Serif SemiBold"/>
            </a:endParaRPr>
          </a:p>
        </p:txBody>
      </p:sp>
      <p:sp>
        <p:nvSpPr>
          <p:cNvPr id="328" name="Google Shape;328;p41">
            <a:extLst>
              <a:ext uri="{FF2B5EF4-FFF2-40B4-BE49-F238E27FC236}">
                <a16:creationId xmlns:a16="http://schemas.microsoft.com/office/drawing/2014/main" id="{F72F9764-3E34-7F92-D8AB-9FB89315C5E7}"/>
              </a:ext>
            </a:extLst>
          </p:cNvPr>
          <p:cNvSpPr txBox="1">
            <a:spLocks noGrp="1"/>
          </p:cNvSpPr>
          <p:nvPr>
            <p:ph type="subTitle" idx="1"/>
          </p:nvPr>
        </p:nvSpPr>
        <p:spPr>
          <a:xfrm>
            <a:off x="1024600" y="1311900"/>
            <a:ext cx="7642859" cy="2519700"/>
          </a:xfrm>
          <a:prstGeom prst="rect">
            <a:avLst/>
          </a:prstGeom>
        </p:spPr>
        <p:txBody>
          <a:bodyPr spcFirstLastPara="1" wrap="square" lIns="91425" tIns="91425" rIns="91425" bIns="91425" anchor="t" anchorCtr="0">
            <a:noAutofit/>
          </a:bodyPr>
          <a:lstStyle/>
          <a:p>
            <a:pPr marL="0" lvl="0" indent="0"/>
            <a:r>
              <a:rPr lang="vi-VN" sz="2000" dirty="0"/>
              <a:t>Xây dựng website "Tết Bính Ngọ 2026 - Truyền Thống &amp; Hiện Đại" với các mục chính: giới thiệu Tết Nguyên Đán, phong tục tập quán, kết nối hiện đại, và hoạt động trường học. Website tích hợp đa phương tiện (hình ảnh, video, audio) để minh họa sinh động, đồng thời có tính tương tác cao qua form chia sẻ khoảnh khắc Tết và gallery hình ảnh. Đặc biệt, trang web dành riêng phần giới thiệu hoạt động Tết của hai trường THPT Vĩnh Trạch và Nguyễn Văn Thoại, tạo sân chơi chung để học sinh thể hiện sự sáng tạo và tinh thần đoàn kết.</a:t>
            </a:r>
            <a:endParaRPr sz="2000" dirty="0"/>
          </a:p>
        </p:txBody>
      </p:sp>
      <p:sp>
        <p:nvSpPr>
          <p:cNvPr id="329" name="Google Shape;329;p41">
            <a:extLst>
              <a:ext uri="{FF2B5EF4-FFF2-40B4-BE49-F238E27FC236}">
                <a16:creationId xmlns:a16="http://schemas.microsoft.com/office/drawing/2014/main" id="{71705B11-2798-1FC4-BAC7-BB6128223ACB}"/>
              </a:ext>
            </a:extLst>
          </p:cNvPr>
          <p:cNvSpPr txBox="1">
            <a:spLocks noGrp="1"/>
          </p:cNvSpPr>
          <p:nvPr>
            <p:ph type="subTitle" idx="2"/>
          </p:nvPr>
        </p:nvSpPr>
        <p:spPr>
          <a:xfrm>
            <a:off x="-3693219" y="1558060"/>
            <a:ext cx="3348900" cy="2519700"/>
          </a:xfrm>
          <a:prstGeom prst="rect">
            <a:avLst/>
          </a:prstGeom>
        </p:spPr>
        <p:txBody>
          <a:bodyPr spcFirstLastPara="1" wrap="square" lIns="91425" tIns="91425" rIns="91425" bIns="91425" anchor="t" anchorCtr="0">
            <a:noAutofit/>
          </a:bodyPr>
          <a:lstStyle/>
          <a:p>
            <a:pPr marL="0" lvl="0" indent="0"/>
            <a:r>
              <a:rPr lang="vi-VN" dirty="0"/>
              <a:t>Tạo website về Tết Nguyên Đán nhằm bảo tồn và phát huy văn hóa truyền thống Việt Nam trong thời đại số, đồng thời ứng dụng công nghệ để giáo dục thế hệ trẻ về các giá trị Tết cổ truyền. Dự án giúp học sinh không chỉ hiểu sâu về phong tục tập quán mà còn rèn luyện kỹ năng thiết kế web, sáng tạo nội dung đa phương tiện, từ đó tạo cầu nối kết nối giữa các thế hệ và lan tỏa những giá trị tốt đẹp của Tết Việt trong cộng đồng học đường.</a:t>
            </a:r>
            <a:endParaRPr dirty="0"/>
          </a:p>
        </p:txBody>
      </p:sp>
    </p:spTree>
    <p:extLst>
      <p:ext uri="{BB962C8B-B14F-4D97-AF65-F5344CB8AC3E}">
        <p14:creationId xmlns:p14="http://schemas.microsoft.com/office/powerpoint/2010/main" val="40292952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5"/>
          <p:cNvSpPr/>
          <p:nvPr/>
        </p:nvSpPr>
        <p:spPr>
          <a:xfrm>
            <a:off x="3917400" y="3328875"/>
            <a:ext cx="4230000" cy="475800"/>
          </a:xfrm>
          <a:prstGeom prst="roundRect">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9" name="Google Shape;369;p45"/>
          <p:cNvPicPr preferRelativeResize="0"/>
          <p:nvPr/>
        </p:nvPicPr>
        <p:blipFill>
          <a:blip r:embed="rId3">
            <a:alphaModFix/>
          </a:blip>
          <a:stretch>
            <a:fillRect/>
          </a:stretch>
        </p:blipFill>
        <p:spPr>
          <a:xfrm rot="-2993464" flipH="1">
            <a:off x="-726368" y="521163"/>
            <a:ext cx="2352675" cy="2562225"/>
          </a:xfrm>
          <a:prstGeom prst="rect">
            <a:avLst/>
          </a:prstGeom>
          <a:noFill/>
          <a:ln>
            <a:noFill/>
          </a:ln>
        </p:spPr>
      </p:pic>
      <p:sp>
        <p:nvSpPr>
          <p:cNvPr id="370" name="Google Shape;370;p45"/>
          <p:cNvSpPr txBox="1">
            <a:spLocks noGrp="1"/>
          </p:cNvSpPr>
          <p:nvPr>
            <p:ph type="title"/>
          </p:nvPr>
        </p:nvSpPr>
        <p:spPr>
          <a:xfrm>
            <a:off x="3271900" y="2410875"/>
            <a:ext cx="552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5100" dirty="0">
                <a:latin typeface="IBM Plex Serif"/>
                <a:ea typeface="IBM Plex Serif"/>
                <a:cs typeface="IBM Plex Serif"/>
                <a:sym typeface="IBM Plex Serif"/>
              </a:rPr>
              <a:t>Kĩ Thuật </a:t>
            </a:r>
            <a:endParaRPr sz="5100" dirty="0">
              <a:latin typeface="IBM Plex Serif"/>
              <a:ea typeface="IBM Plex Serif"/>
              <a:cs typeface="IBM Plex Serif"/>
              <a:sym typeface="IBM Plex Serif"/>
            </a:endParaRPr>
          </a:p>
        </p:txBody>
      </p:sp>
      <p:sp>
        <p:nvSpPr>
          <p:cNvPr id="371" name="Google Shape;371;p45"/>
          <p:cNvSpPr txBox="1">
            <a:spLocks noGrp="1"/>
          </p:cNvSpPr>
          <p:nvPr>
            <p:ph type="title" idx="2"/>
          </p:nvPr>
        </p:nvSpPr>
        <p:spPr>
          <a:xfrm>
            <a:off x="5085000" y="1281075"/>
            <a:ext cx="1894800" cy="12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72" name="Google Shape;372;p45"/>
          <p:cNvSpPr txBox="1">
            <a:spLocks noGrp="1"/>
          </p:cNvSpPr>
          <p:nvPr>
            <p:ph type="subTitle" idx="1"/>
          </p:nvPr>
        </p:nvSpPr>
        <p:spPr>
          <a:xfrm>
            <a:off x="3719550" y="3328875"/>
            <a:ext cx="4625700" cy="37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cxnSp>
        <p:nvCxnSpPr>
          <p:cNvPr id="373" name="Google Shape;373;p45"/>
          <p:cNvCxnSpPr/>
          <p:nvPr/>
        </p:nvCxnSpPr>
        <p:spPr>
          <a:xfrm>
            <a:off x="5108388" y="1939275"/>
            <a:ext cx="198600" cy="0"/>
          </a:xfrm>
          <a:prstGeom prst="straightConnector1">
            <a:avLst/>
          </a:prstGeom>
          <a:noFill/>
          <a:ln w="19050" cap="flat" cmpd="sng">
            <a:solidFill>
              <a:schemeClr val="accent1"/>
            </a:solidFill>
            <a:prstDash val="solid"/>
            <a:round/>
            <a:headEnd type="none" w="med" len="med"/>
            <a:tailEnd type="none" w="med" len="med"/>
          </a:ln>
        </p:spPr>
      </p:cxnSp>
      <p:cxnSp>
        <p:nvCxnSpPr>
          <p:cNvPr id="374" name="Google Shape;374;p45"/>
          <p:cNvCxnSpPr/>
          <p:nvPr/>
        </p:nvCxnSpPr>
        <p:spPr>
          <a:xfrm>
            <a:off x="6757663" y="1939275"/>
            <a:ext cx="198600" cy="0"/>
          </a:xfrm>
          <a:prstGeom prst="straightConnector1">
            <a:avLst/>
          </a:prstGeom>
          <a:noFill/>
          <a:ln w="19050" cap="flat" cmpd="sng">
            <a:solidFill>
              <a:schemeClr val="accent1"/>
            </a:solidFill>
            <a:prstDash val="solid"/>
            <a:round/>
            <a:headEnd type="none" w="med" len="med"/>
            <a:tailEnd type="none" w="med" len="med"/>
          </a:ln>
        </p:spPr>
      </p:cxnSp>
      <p:pic>
        <p:nvPicPr>
          <p:cNvPr id="375" name="Google Shape;375;p45"/>
          <p:cNvPicPr preferRelativeResize="0"/>
          <p:nvPr/>
        </p:nvPicPr>
        <p:blipFill>
          <a:blip r:embed="rId4">
            <a:alphaModFix/>
          </a:blip>
          <a:stretch>
            <a:fillRect/>
          </a:stretch>
        </p:blipFill>
        <p:spPr>
          <a:xfrm>
            <a:off x="-1747387" y="1601288"/>
            <a:ext cx="4448175" cy="2781300"/>
          </a:xfrm>
          <a:prstGeom prst="rect">
            <a:avLst/>
          </a:prstGeom>
          <a:noFill/>
          <a:ln>
            <a:noFill/>
          </a:ln>
        </p:spPr>
      </p:pic>
      <p:pic>
        <p:nvPicPr>
          <p:cNvPr id="376" name="Google Shape;376;p45"/>
          <p:cNvPicPr preferRelativeResize="0"/>
          <p:nvPr/>
        </p:nvPicPr>
        <p:blipFill>
          <a:blip r:embed="rId5">
            <a:alphaModFix/>
          </a:blip>
          <a:stretch>
            <a:fillRect/>
          </a:stretch>
        </p:blipFill>
        <p:spPr>
          <a:xfrm>
            <a:off x="913650" y="3098535"/>
            <a:ext cx="2190250" cy="2355675"/>
          </a:xfrm>
          <a:prstGeom prst="rect">
            <a:avLst/>
          </a:prstGeom>
          <a:noFill/>
          <a:ln>
            <a:noFill/>
          </a:ln>
        </p:spPr>
      </p:pic>
      <p:pic>
        <p:nvPicPr>
          <p:cNvPr id="377" name="Google Shape;377;p45"/>
          <p:cNvPicPr preferRelativeResize="0"/>
          <p:nvPr/>
        </p:nvPicPr>
        <p:blipFill>
          <a:blip r:embed="rId6">
            <a:alphaModFix/>
          </a:blip>
          <a:stretch>
            <a:fillRect/>
          </a:stretch>
        </p:blipFill>
        <p:spPr>
          <a:xfrm flipH="1">
            <a:off x="2227525" y="3110265"/>
            <a:ext cx="711004" cy="682560"/>
          </a:xfrm>
          <a:prstGeom prst="rect">
            <a:avLst/>
          </a:prstGeom>
          <a:noFill/>
          <a:ln>
            <a:noFill/>
          </a:ln>
        </p:spPr>
      </p:pic>
      <p:pic>
        <p:nvPicPr>
          <p:cNvPr id="378" name="Google Shape;378;p45"/>
          <p:cNvPicPr preferRelativeResize="0"/>
          <p:nvPr/>
        </p:nvPicPr>
        <p:blipFill>
          <a:blip r:embed="rId7">
            <a:alphaModFix/>
          </a:blip>
          <a:stretch>
            <a:fillRect/>
          </a:stretch>
        </p:blipFill>
        <p:spPr>
          <a:xfrm flipH="1">
            <a:off x="2280715" y="2148250"/>
            <a:ext cx="657811" cy="728747"/>
          </a:xfrm>
          <a:prstGeom prst="rect">
            <a:avLst/>
          </a:prstGeom>
          <a:noFill/>
          <a:ln>
            <a:noFill/>
          </a:ln>
        </p:spPr>
      </p:pic>
      <p:pic>
        <p:nvPicPr>
          <p:cNvPr id="379" name="Google Shape;379;p45"/>
          <p:cNvPicPr preferRelativeResize="0"/>
          <p:nvPr/>
        </p:nvPicPr>
        <p:blipFill>
          <a:blip r:embed="rId8">
            <a:alphaModFix/>
          </a:blip>
          <a:stretch>
            <a:fillRect/>
          </a:stretch>
        </p:blipFill>
        <p:spPr>
          <a:xfrm flipH="1">
            <a:off x="2572195" y="2647114"/>
            <a:ext cx="711004" cy="68967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pic>
        <p:nvPicPr>
          <p:cNvPr id="556" name="Google Shape;556;p53"/>
          <p:cNvPicPr preferRelativeResize="0">
            <a:picLocks noGrp="1"/>
          </p:cNvPicPr>
          <p:nvPr>
            <p:ph type="pic" idx="2"/>
          </p:nvPr>
        </p:nvPicPr>
        <p:blipFill>
          <a:blip r:embed="rId3">
            <a:alphaModFix/>
          </a:blip>
          <a:srcRect l="22153" r="22153"/>
          <a:stretch/>
        </p:blipFill>
        <p:spPr>
          <a:xfrm>
            <a:off x="4569712" y="906600"/>
            <a:ext cx="3709500" cy="3330300"/>
          </a:xfrm>
          <a:prstGeom prst="roundRect">
            <a:avLst>
              <a:gd name="adj" fmla="val 16667"/>
            </a:avLst>
          </a:prstGeom>
        </p:spPr>
      </p:pic>
      <p:sp>
        <p:nvSpPr>
          <p:cNvPr id="558" name="Google Shape;558;p53"/>
          <p:cNvSpPr txBox="1">
            <a:spLocks noGrp="1"/>
          </p:cNvSpPr>
          <p:nvPr>
            <p:ph type="subTitle" idx="1"/>
          </p:nvPr>
        </p:nvSpPr>
        <p:spPr>
          <a:xfrm>
            <a:off x="594871" y="1160780"/>
            <a:ext cx="3870840" cy="2821940"/>
          </a:xfrm>
          <a:prstGeom prst="rect">
            <a:avLst/>
          </a:prstGeom>
        </p:spPr>
        <p:txBody>
          <a:bodyPr spcFirstLastPara="1" wrap="square" lIns="91425" tIns="91425" rIns="91425" bIns="91425" anchor="t" anchorCtr="0">
            <a:noAutofit/>
          </a:bodyPr>
          <a:lstStyle/>
          <a:p>
            <a:pPr marL="0" lvl="0" indent="0" algn="ctr">
              <a:spcAft>
                <a:spcPts val="1600"/>
              </a:spcAft>
            </a:pPr>
            <a:r>
              <a:rPr lang="vi-VN" sz="2000" dirty="0">
                <a:latin typeface="+mj-lt"/>
              </a:rPr>
              <a:t>Trang web được xây dựng bằng HTML5 và CSS3 với thiết kế responsive sử dụng Flexbox. Kết hợp đa phương tiện gồm video YouTube, audio nhạc Tết và hình ảnh tỉ lệ chuẩn. Áp dụng CSS hiện đại với gradient, shadow, hover effects và sticky navigation để tạo giao diện bắt mắt và tương tác tốt trên mọi thiết bị.</a:t>
            </a:r>
            <a:endParaRPr sz="2000" dirty="0">
              <a:latin typeface="+mj-lt"/>
            </a:endParaRPr>
          </a:p>
        </p:txBody>
      </p:sp>
      <p:pic>
        <p:nvPicPr>
          <p:cNvPr id="559" name="Google Shape;559;p53"/>
          <p:cNvPicPr preferRelativeResize="0"/>
          <p:nvPr/>
        </p:nvPicPr>
        <p:blipFill>
          <a:blip r:embed="rId4">
            <a:alphaModFix/>
          </a:blip>
          <a:stretch>
            <a:fillRect/>
          </a:stretch>
        </p:blipFill>
        <p:spPr>
          <a:xfrm flipH="1">
            <a:off x="8052631" y="1306891"/>
            <a:ext cx="711004" cy="682560"/>
          </a:xfrm>
          <a:prstGeom prst="rect">
            <a:avLst/>
          </a:prstGeom>
          <a:noFill/>
          <a:ln>
            <a:noFill/>
          </a:ln>
        </p:spPr>
      </p:pic>
      <p:pic>
        <p:nvPicPr>
          <p:cNvPr id="560" name="Google Shape;560;p53"/>
          <p:cNvPicPr preferRelativeResize="0"/>
          <p:nvPr/>
        </p:nvPicPr>
        <p:blipFill>
          <a:blip r:embed="rId5">
            <a:alphaModFix/>
          </a:blip>
          <a:stretch>
            <a:fillRect/>
          </a:stretch>
        </p:blipFill>
        <p:spPr>
          <a:xfrm flipH="1">
            <a:off x="7605190" y="297650"/>
            <a:ext cx="657811" cy="728747"/>
          </a:xfrm>
          <a:prstGeom prst="rect">
            <a:avLst/>
          </a:prstGeom>
          <a:noFill/>
          <a:ln>
            <a:noFill/>
          </a:ln>
        </p:spPr>
      </p:pic>
      <p:pic>
        <p:nvPicPr>
          <p:cNvPr id="561" name="Google Shape;561;p53"/>
          <p:cNvPicPr preferRelativeResize="0"/>
          <p:nvPr/>
        </p:nvPicPr>
        <p:blipFill>
          <a:blip r:embed="rId6">
            <a:alphaModFix/>
          </a:blip>
          <a:stretch>
            <a:fillRect/>
          </a:stretch>
        </p:blipFill>
        <p:spPr>
          <a:xfrm flipH="1">
            <a:off x="7896670" y="796514"/>
            <a:ext cx="711004" cy="689670"/>
          </a:xfrm>
          <a:prstGeom prst="rect">
            <a:avLst/>
          </a:prstGeom>
          <a:noFill/>
          <a:ln>
            <a:noFill/>
          </a:ln>
        </p:spPr>
      </p:pic>
      <p:pic>
        <p:nvPicPr>
          <p:cNvPr id="562" name="Google Shape;562;p53"/>
          <p:cNvPicPr preferRelativeResize="0"/>
          <p:nvPr/>
        </p:nvPicPr>
        <p:blipFill>
          <a:blip r:embed="rId7">
            <a:alphaModFix/>
          </a:blip>
          <a:stretch>
            <a:fillRect/>
          </a:stretch>
        </p:blipFill>
        <p:spPr>
          <a:xfrm rot="1549925">
            <a:off x="7198439" y="2804793"/>
            <a:ext cx="2779612" cy="3027197"/>
          </a:xfrm>
          <a:prstGeom prst="rect">
            <a:avLst/>
          </a:prstGeom>
          <a:noFill/>
          <a:ln>
            <a:noFill/>
          </a:ln>
        </p:spPr>
      </p:pic>
      <p:pic>
        <p:nvPicPr>
          <p:cNvPr id="563" name="Google Shape;563;p53"/>
          <p:cNvPicPr preferRelativeResize="0"/>
          <p:nvPr/>
        </p:nvPicPr>
        <p:blipFill>
          <a:blip r:embed="rId8">
            <a:alphaModFix/>
          </a:blip>
          <a:stretch>
            <a:fillRect/>
          </a:stretch>
        </p:blipFill>
        <p:spPr>
          <a:xfrm rot="-1800006">
            <a:off x="6917981" y="4207990"/>
            <a:ext cx="1691746" cy="1861734"/>
          </a:xfrm>
          <a:prstGeom prst="rect">
            <a:avLst/>
          </a:prstGeom>
          <a:noFill/>
          <a:ln>
            <a:noFill/>
          </a:ln>
        </p:spPr>
      </p:pic>
      <p:sp>
        <p:nvSpPr>
          <p:cNvPr id="4" name="Google Shape;370;p45">
            <a:extLst>
              <a:ext uri="{FF2B5EF4-FFF2-40B4-BE49-F238E27FC236}">
                <a16:creationId xmlns:a16="http://schemas.microsoft.com/office/drawing/2014/main" id="{33FE4B68-CBD9-25E6-451B-C6600126BD28}"/>
              </a:ext>
            </a:extLst>
          </p:cNvPr>
          <p:cNvSpPr txBox="1">
            <a:spLocks noGrp="1"/>
          </p:cNvSpPr>
          <p:nvPr>
            <p:ph type="title"/>
          </p:nvPr>
        </p:nvSpPr>
        <p:spPr>
          <a:xfrm>
            <a:off x="-135201" y="184597"/>
            <a:ext cx="552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5100" dirty="0">
                <a:latin typeface="IBM Plex Serif"/>
                <a:ea typeface="IBM Plex Serif"/>
                <a:cs typeface="IBM Plex Serif"/>
                <a:sym typeface="IBM Plex Serif"/>
              </a:rPr>
              <a:t>Kĩ Thuật </a:t>
            </a:r>
            <a:endParaRPr sz="5100" dirty="0">
              <a:latin typeface="IBM Plex Serif"/>
              <a:ea typeface="IBM Plex Serif"/>
              <a:cs typeface="IBM Plex Serif"/>
              <a:sym typeface="IBM Plex Serif"/>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57"/>
          <p:cNvSpPr/>
          <p:nvPr/>
        </p:nvSpPr>
        <p:spPr>
          <a:xfrm>
            <a:off x="2456975" y="3830672"/>
            <a:ext cx="4230000" cy="475800"/>
          </a:xfrm>
          <a:prstGeom prst="roundRect">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7"/>
          <p:cNvSpPr txBox="1">
            <a:spLocks noGrp="1"/>
          </p:cNvSpPr>
          <p:nvPr>
            <p:ph type="title"/>
          </p:nvPr>
        </p:nvSpPr>
        <p:spPr>
          <a:xfrm>
            <a:off x="2259124" y="2258475"/>
            <a:ext cx="5048455" cy="13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Tự Đánh Giá </a:t>
            </a:r>
            <a:endParaRPr sz="6100" dirty="0">
              <a:latin typeface="IBM Plex Serif"/>
              <a:ea typeface="IBM Plex Serif"/>
              <a:cs typeface="IBM Plex Serif"/>
              <a:sym typeface="IBM Plex Serif"/>
            </a:endParaRPr>
          </a:p>
        </p:txBody>
      </p:sp>
      <p:sp>
        <p:nvSpPr>
          <p:cNvPr id="633" name="Google Shape;633;p57"/>
          <p:cNvSpPr txBox="1">
            <a:spLocks noGrp="1"/>
          </p:cNvSpPr>
          <p:nvPr>
            <p:ph type="title" idx="2"/>
          </p:nvPr>
        </p:nvSpPr>
        <p:spPr>
          <a:xfrm>
            <a:off x="3624638" y="900075"/>
            <a:ext cx="1894800" cy="12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34" name="Google Shape;634;p57"/>
          <p:cNvSpPr txBox="1">
            <a:spLocks noGrp="1"/>
          </p:cNvSpPr>
          <p:nvPr>
            <p:ph type="subTitle" idx="1"/>
          </p:nvPr>
        </p:nvSpPr>
        <p:spPr>
          <a:xfrm>
            <a:off x="2259188" y="3852272"/>
            <a:ext cx="4625700" cy="37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cxnSp>
        <p:nvCxnSpPr>
          <p:cNvPr id="635" name="Google Shape;635;p57"/>
          <p:cNvCxnSpPr/>
          <p:nvPr/>
        </p:nvCxnSpPr>
        <p:spPr>
          <a:xfrm>
            <a:off x="3648063" y="1558275"/>
            <a:ext cx="198600" cy="0"/>
          </a:xfrm>
          <a:prstGeom prst="straightConnector1">
            <a:avLst/>
          </a:prstGeom>
          <a:noFill/>
          <a:ln w="19050" cap="flat" cmpd="sng">
            <a:solidFill>
              <a:schemeClr val="accent1"/>
            </a:solidFill>
            <a:prstDash val="solid"/>
            <a:round/>
            <a:headEnd type="none" w="med" len="med"/>
            <a:tailEnd type="none" w="med" len="med"/>
          </a:ln>
        </p:spPr>
      </p:cxnSp>
      <p:cxnSp>
        <p:nvCxnSpPr>
          <p:cNvPr id="636" name="Google Shape;636;p57"/>
          <p:cNvCxnSpPr/>
          <p:nvPr/>
        </p:nvCxnSpPr>
        <p:spPr>
          <a:xfrm>
            <a:off x="5297338" y="1558275"/>
            <a:ext cx="198600" cy="0"/>
          </a:xfrm>
          <a:prstGeom prst="straightConnector1">
            <a:avLst/>
          </a:prstGeom>
          <a:noFill/>
          <a:ln w="19050" cap="flat" cmpd="sng">
            <a:solidFill>
              <a:schemeClr val="accent1"/>
            </a:solidFill>
            <a:prstDash val="solid"/>
            <a:round/>
            <a:headEnd type="none" w="med" len="med"/>
            <a:tailEnd type="none" w="med" len="med"/>
          </a:ln>
        </p:spPr>
      </p:cxnSp>
      <p:pic>
        <p:nvPicPr>
          <p:cNvPr id="637" name="Google Shape;637;p57"/>
          <p:cNvPicPr preferRelativeResize="0"/>
          <p:nvPr/>
        </p:nvPicPr>
        <p:blipFill>
          <a:blip r:embed="rId3">
            <a:alphaModFix/>
          </a:blip>
          <a:stretch>
            <a:fillRect/>
          </a:stretch>
        </p:blipFill>
        <p:spPr>
          <a:xfrm rot="-1800008">
            <a:off x="7074735" y="2642879"/>
            <a:ext cx="2824054" cy="3335165"/>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58"/>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lt1"/>
                </a:solidFill>
              </a:rPr>
              <a:t>Tự đánh giá </a:t>
            </a:r>
            <a:endParaRPr sz="2600" dirty="0">
              <a:solidFill>
                <a:schemeClr val="dk2"/>
              </a:solidFill>
              <a:latin typeface="IBM Plex Serif SemiBold"/>
              <a:ea typeface="IBM Plex Serif SemiBold"/>
              <a:cs typeface="IBM Plex Serif SemiBold"/>
              <a:sym typeface="IBM Plex Serif SemiBold"/>
            </a:endParaRPr>
          </a:p>
        </p:txBody>
      </p:sp>
      <p:pic>
        <p:nvPicPr>
          <p:cNvPr id="3" name="Picture 2">
            <a:extLst>
              <a:ext uri="{FF2B5EF4-FFF2-40B4-BE49-F238E27FC236}">
                <a16:creationId xmlns:a16="http://schemas.microsoft.com/office/drawing/2014/main" id="{F9CE1180-4330-4D63-3B84-6A3F2D8F1E9A}"/>
              </a:ext>
            </a:extLst>
          </p:cNvPr>
          <p:cNvPicPr>
            <a:picLocks noChangeAspect="1"/>
          </p:cNvPicPr>
          <p:nvPr/>
        </p:nvPicPr>
        <p:blipFill>
          <a:blip r:embed="rId3"/>
          <a:stretch>
            <a:fillRect/>
          </a:stretch>
        </p:blipFill>
        <p:spPr>
          <a:xfrm>
            <a:off x="1022037" y="1051460"/>
            <a:ext cx="7099925" cy="3199806"/>
          </a:xfrm>
          <a:prstGeom prst="rect">
            <a:avLst/>
          </a:prstGeom>
          <a:ln>
            <a:noFill/>
          </a:ln>
          <a:effectLst>
            <a:outerShdw blurRad="292100" dist="139700" dir="2700000" algn="tl" rotWithShape="0">
              <a:srgbClr val="333333">
                <a:alpha val="65000"/>
              </a:srgbClr>
            </a:outerShdw>
          </a:effectLst>
        </p:spPr>
      </p:pic>
      <p:sp>
        <p:nvSpPr>
          <p:cNvPr id="4" name="Half Frame 3">
            <a:extLst>
              <a:ext uri="{FF2B5EF4-FFF2-40B4-BE49-F238E27FC236}">
                <a16:creationId xmlns:a16="http://schemas.microsoft.com/office/drawing/2014/main" id="{8D61B86E-95F3-729B-923C-76FD8FA16ED8}"/>
              </a:ext>
            </a:extLst>
          </p:cNvPr>
          <p:cNvSpPr/>
          <p:nvPr/>
        </p:nvSpPr>
        <p:spPr>
          <a:xfrm rot="13752611">
            <a:off x="5806177" y="1234390"/>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5" name="Half Frame 4">
            <a:extLst>
              <a:ext uri="{FF2B5EF4-FFF2-40B4-BE49-F238E27FC236}">
                <a16:creationId xmlns:a16="http://schemas.microsoft.com/office/drawing/2014/main" id="{5A322C31-25C4-D4A1-1EF0-24F54F570B0B}"/>
              </a:ext>
            </a:extLst>
          </p:cNvPr>
          <p:cNvSpPr/>
          <p:nvPr/>
        </p:nvSpPr>
        <p:spPr>
          <a:xfrm rot="13752611">
            <a:off x="5806177" y="1874470"/>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6" name="Half Frame 5">
            <a:extLst>
              <a:ext uri="{FF2B5EF4-FFF2-40B4-BE49-F238E27FC236}">
                <a16:creationId xmlns:a16="http://schemas.microsoft.com/office/drawing/2014/main" id="{CDE87E80-5A67-E63E-3AB5-B0201B1760D3}"/>
              </a:ext>
            </a:extLst>
          </p:cNvPr>
          <p:cNvSpPr/>
          <p:nvPr/>
        </p:nvSpPr>
        <p:spPr>
          <a:xfrm rot="13752611">
            <a:off x="5806176" y="2435126"/>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7" name="Half Frame 6">
            <a:extLst>
              <a:ext uri="{FF2B5EF4-FFF2-40B4-BE49-F238E27FC236}">
                <a16:creationId xmlns:a16="http://schemas.microsoft.com/office/drawing/2014/main" id="{2D3CC392-CFF8-859E-FA26-84E5A71A7D25}"/>
              </a:ext>
            </a:extLst>
          </p:cNvPr>
          <p:cNvSpPr/>
          <p:nvPr/>
        </p:nvSpPr>
        <p:spPr>
          <a:xfrm rot="13752611">
            <a:off x="5806177" y="2995785"/>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10" name="Half Frame 9">
            <a:extLst>
              <a:ext uri="{FF2B5EF4-FFF2-40B4-BE49-F238E27FC236}">
                <a16:creationId xmlns:a16="http://schemas.microsoft.com/office/drawing/2014/main" id="{1EFF7C1F-CACA-5BF3-9BA5-EB02F050B4E1}"/>
              </a:ext>
            </a:extLst>
          </p:cNvPr>
          <p:cNvSpPr/>
          <p:nvPr/>
        </p:nvSpPr>
        <p:spPr>
          <a:xfrm rot="13752611">
            <a:off x="5806177" y="3556440"/>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1">
          <a:extLst>
            <a:ext uri="{FF2B5EF4-FFF2-40B4-BE49-F238E27FC236}">
              <a16:creationId xmlns:a16="http://schemas.microsoft.com/office/drawing/2014/main" id="{409C8150-545A-008C-0DE1-AE126C3AA9B2}"/>
            </a:ext>
          </a:extLst>
        </p:cNvPr>
        <p:cNvGrpSpPr/>
        <p:nvPr/>
      </p:nvGrpSpPr>
      <p:grpSpPr>
        <a:xfrm>
          <a:off x="0" y="0"/>
          <a:ext cx="0" cy="0"/>
          <a:chOff x="0" y="0"/>
          <a:chExt cx="0" cy="0"/>
        </a:xfrm>
      </p:grpSpPr>
      <p:sp>
        <p:nvSpPr>
          <p:cNvPr id="642" name="Google Shape;642;p58">
            <a:extLst>
              <a:ext uri="{FF2B5EF4-FFF2-40B4-BE49-F238E27FC236}">
                <a16:creationId xmlns:a16="http://schemas.microsoft.com/office/drawing/2014/main" id="{B38D0E6E-17C6-F8C5-586D-B512395396F9}"/>
              </a:ext>
            </a:extLst>
          </p:cNvPr>
          <p:cNvSpPr txBox="1">
            <a:spLocks noGrp="1"/>
          </p:cNvSpPr>
          <p:nvPr>
            <p:ph type="title"/>
          </p:nvPr>
        </p:nvSpPr>
        <p:spPr>
          <a:xfrm>
            <a:off x="2044025" y="368825"/>
            <a:ext cx="5055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lt1"/>
                </a:solidFill>
              </a:rPr>
              <a:t>Tự đánh giá </a:t>
            </a:r>
            <a:endParaRPr sz="2600" dirty="0">
              <a:solidFill>
                <a:schemeClr val="dk2"/>
              </a:solidFill>
              <a:latin typeface="IBM Plex Serif SemiBold"/>
              <a:ea typeface="IBM Plex Serif SemiBold"/>
              <a:cs typeface="IBM Plex Serif SemiBold"/>
              <a:sym typeface="IBM Plex Serif SemiBold"/>
            </a:endParaRPr>
          </a:p>
        </p:txBody>
      </p:sp>
      <p:pic>
        <p:nvPicPr>
          <p:cNvPr id="4" name="Picture 3">
            <a:extLst>
              <a:ext uri="{FF2B5EF4-FFF2-40B4-BE49-F238E27FC236}">
                <a16:creationId xmlns:a16="http://schemas.microsoft.com/office/drawing/2014/main" id="{CD7B0148-E7B7-57B2-D85E-C0DFE16C4322}"/>
              </a:ext>
            </a:extLst>
          </p:cNvPr>
          <p:cNvPicPr>
            <a:picLocks noChangeAspect="1"/>
          </p:cNvPicPr>
          <p:nvPr/>
        </p:nvPicPr>
        <p:blipFill>
          <a:blip r:embed="rId3"/>
          <a:stretch>
            <a:fillRect/>
          </a:stretch>
        </p:blipFill>
        <p:spPr>
          <a:xfrm>
            <a:off x="906780" y="1311907"/>
            <a:ext cx="7162800" cy="2742099"/>
          </a:xfrm>
          <a:prstGeom prst="rect">
            <a:avLst/>
          </a:prstGeom>
          <a:ln>
            <a:noFill/>
          </a:ln>
          <a:effectLst>
            <a:outerShdw blurRad="292100" dist="139700" dir="2700000" algn="tl" rotWithShape="0">
              <a:srgbClr val="333333">
                <a:alpha val="65000"/>
              </a:srgbClr>
            </a:outerShdw>
          </a:effectLst>
        </p:spPr>
      </p:pic>
      <p:sp>
        <p:nvSpPr>
          <p:cNvPr id="5" name="Half Frame 4">
            <a:extLst>
              <a:ext uri="{FF2B5EF4-FFF2-40B4-BE49-F238E27FC236}">
                <a16:creationId xmlns:a16="http://schemas.microsoft.com/office/drawing/2014/main" id="{AAE94A4C-4FF0-7698-E18E-9E70E8118626}"/>
              </a:ext>
            </a:extLst>
          </p:cNvPr>
          <p:cNvSpPr/>
          <p:nvPr/>
        </p:nvSpPr>
        <p:spPr>
          <a:xfrm rot="13752611">
            <a:off x="5729978" y="1211529"/>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6" name="Half Frame 5">
            <a:extLst>
              <a:ext uri="{FF2B5EF4-FFF2-40B4-BE49-F238E27FC236}">
                <a16:creationId xmlns:a16="http://schemas.microsoft.com/office/drawing/2014/main" id="{FE49300A-888A-B11B-C3AE-7CF2183956CE}"/>
              </a:ext>
            </a:extLst>
          </p:cNvPr>
          <p:cNvSpPr/>
          <p:nvPr/>
        </p:nvSpPr>
        <p:spPr>
          <a:xfrm rot="13752611">
            <a:off x="5729977" y="1743910"/>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7" name="Half Frame 6">
            <a:extLst>
              <a:ext uri="{FF2B5EF4-FFF2-40B4-BE49-F238E27FC236}">
                <a16:creationId xmlns:a16="http://schemas.microsoft.com/office/drawing/2014/main" id="{6040CBC3-CF45-66C3-44BD-BE2D7E297B32}"/>
              </a:ext>
            </a:extLst>
          </p:cNvPr>
          <p:cNvSpPr/>
          <p:nvPr/>
        </p:nvSpPr>
        <p:spPr>
          <a:xfrm rot="13752611">
            <a:off x="5729976" y="2208324"/>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8" name="Half Frame 7">
            <a:extLst>
              <a:ext uri="{FF2B5EF4-FFF2-40B4-BE49-F238E27FC236}">
                <a16:creationId xmlns:a16="http://schemas.microsoft.com/office/drawing/2014/main" id="{FF9210AE-0828-C879-4CE9-5435AF059559}"/>
              </a:ext>
            </a:extLst>
          </p:cNvPr>
          <p:cNvSpPr/>
          <p:nvPr/>
        </p:nvSpPr>
        <p:spPr>
          <a:xfrm rot="13752611">
            <a:off x="5729977" y="2756999"/>
            <a:ext cx="96419" cy="273245"/>
          </a:xfrm>
          <a:prstGeom prst="halfFrame">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endParaRPr>
          </a:p>
        </p:txBody>
      </p:sp>
      <p:grpSp>
        <p:nvGrpSpPr>
          <p:cNvPr id="11" name="Group 10">
            <a:extLst>
              <a:ext uri="{FF2B5EF4-FFF2-40B4-BE49-F238E27FC236}">
                <a16:creationId xmlns:a16="http://schemas.microsoft.com/office/drawing/2014/main" id="{069216A4-1364-457F-BA88-92C3108708F2}"/>
              </a:ext>
            </a:extLst>
          </p:cNvPr>
          <p:cNvGrpSpPr/>
          <p:nvPr/>
        </p:nvGrpSpPr>
        <p:grpSpPr>
          <a:xfrm rot="21025759">
            <a:off x="7711570" y="3272125"/>
            <a:ext cx="362296" cy="733845"/>
            <a:chOff x="7727322" y="2767867"/>
            <a:chExt cx="509898" cy="1284334"/>
          </a:xfrm>
        </p:grpSpPr>
        <p:sp>
          <p:nvSpPr>
            <p:cNvPr id="9" name="Block Arc 8">
              <a:extLst>
                <a:ext uri="{FF2B5EF4-FFF2-40B4-BE49-F238E27FC236}">
                  <a16:creationId xmlns:a16="http://schemas.microsoft.com/office/drawing/2014/main" id="{48033E68-04B5-CD44-53F4-92C3FE848CAB}"/>
                </a:ext>
              </a:extLst>
            </p:cNvPr>
            <p:cNvSpPr/>
            <p:nvPr/>
          </p:nvSpPr>
          <p:spPr>
            <a:xfrm rot="1595275">
              <a:off x="7727322" y="2767867"/>
              <a:ext cx="509898" cy="918233"/>
            </a:xfrm>
            <a:prstGeom prst="blockArc">
              <a:avLst>
                <a:gd name="adj1" fmla="val 10005569"/>
                <a:gd name="adj2" fmla="val 4329887"/>
                <a:gd name="adj3" fmla="val 3304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Oval 9">
              <a:extLst>
                <a:ext uri="{FF2B5EF4-FFF2-40B4-BE49-F238E27FC236}">
                  <a16:creationId xmlns:a16="http://schemas.microsoft.com/office/drawing/2014/main" id="{D555D2EA-777B-7985-0B87-E9129D219AC9}"/>
                </a:ext>
              </a:extLst>
            </p:cNvPr>
            <p:cNvSpPr/>
            <p:nvPr/>
          </p:nvSpPr>
          <p:spPr>
            <a:xfrm>
              <a:off x="7740384" y="3777882"/>
              <a:ext cx="297180" cy="2743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749659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0">
          <a:extLst>
            <a:ext uri="{FF2B5EF4-FFF2-40B4-BE49-F238E27FC236}">
              <a16:creationId xmlns:a16="http://schemas.microsoft.com/office/drawing/2014/main" id="{647B7123-95E2-F3E8-4455-C39FC3DB6850}"/>
            </a:ext>
          </a:extLst>
        </p:cNvPr>
        <p:cNvGrpSpPr/>
        <p:nvPr/>
      </p:nvGrpSpPr>
      <p:grpSpPr>
        <a:xfrm>
          <a:off x="0" y="0"/>
          <a:ext cx="0" cy="0"/>
          <a:chOff x="0" y="0"/>
          <a:chExt cx="0" cy="0"/>
        </a:xfrm>
      </p:grpSpPr>
      <p:sp>
        <p:nvSpPr>
          <p:cNvPr id="631" name="Google Shape;631;p57">
            <a:extLst>
              <a:ext uri="{FF2B5EF4-FFF2-40B4-BE49-F238E27FC236}">
                <a16:creationId xmlns:a16="http://schemas.microsoft.com/office/drawing/2014/main" id="{CEC936B5-DC98-2960-056A-803EB6A52E70}"/>
              </a:ext>
            </a:extLst>
          </p:cNvPr>
          <p:cNvSpPr/>
          <p:nvPr/>
        </p:nvSpPr>
        <p:spPr>
          <a:xfrm>
            <a:off x="2456975" y="3830672"/>
            <a:ext cx="4230000" cy="475800"/>
          </a:xfrm>
          <a:prstGeom prst="roundRect">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7">
            <a:extLst>
              <a:ext uri="{FF2B5EF4-FFF2-40B4-BE49-F238E27FC236}">
                <a16:creationId xmlns:a16="http://schemas.microsoft.com/office/drawing/2014/main" id="{AC43EE9E-8828-0E84-658E-6195CB283D1F}"/>
              </a:ext>
            </a:extLst>
          </p:cNvPr>
          <p:cNvSpPr txBox="1">
            <a:spLocks noGrp="1"/>
          </p:cNvSpPr>
          <p:nvPr>
            <p:ph type="title"/>
          </p:nvPr>
        </p:nvSpPr>
        <p:spPr>
          <a:xfrm>
            <a:off x="1436164" y="2101875"/>
            <a:ext cx="6557216" cy="13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Nguồn tham khảo </a:t>
            </a:r>
            <a:endParaRPr sz="6100" dirty="0">
              <a:latin typeface="IBM Plex Serif"/>
              <a:ea typeface="IBM Plex Serif"/>
              <a:cs typeface="IBM Plex Serif"/>
              <a:sym typeface="IBM Plex Serif"/>
            </a:endParaRPr>
          </a:p>
        </p:txBody>
      </p:sp>
      <p:sp>
        <p:nvSpPr>
          <p:cNvPr id="633" name="Google Shape;633;p57">
            <a:extLst>
              <a:ext uri="{FF2B5EF4-FFF2-40B4-BE49-F238E27FC236}">
                <a16:creationId xmlns:a16="http://schemas.microsoft.com/office/drawing/2014/main" id="{DDAAF9D3-5649-1C65-3F88-6161C92B4ED5}"/>
              </a:ext>
            </a:extLst>
          </p:cNvPr>
          <p:cNvSpPr txBox="1">
            <a:spLocks noGrp="1"/>
          </p:cNvSpPr>
          <p:nvPr>
            <p:ph type="title" idx="2"/>
          </p:nvPr>
        </p:nvSpPr>
        <p:spPr>
          <a:xfrm>
            <a:off x="3624638" y="900075"/>
            <a:ext cx="1894800" cy="12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04</a:t>
            </a:r>
            <a:endParaRPr dirty="0"/>
          </a:p>
        </p:txBody>
      </p:sp>
      <p:sp>
        <p:nvSpPr>
          <p:cNvPr id="634" name="Google Shape;634;p57">
            <a:extLst>
              <a:ext uri="{FF2B5EF4-FFF2-40B4-BE49-F238E27FC236}">
                <a16:creationId xmlns:a16="http://schemas.microsoft.com/office/drawing/2014/main" id="{C1F47A75-7728-15EF-7D30-5705FD2CF201}"/>
              </a:ext>
            </a:extLst>
          </p:cNvPr>
          <p:cNvSpPr txBox="1">
            <a:spLocks noGrp="1"/>
          </p:cNvSpPr>
          <p:nvPr>
            <p:ph type="subTitle" idx="1"/>
          </p:nvPr>
        </p:nvSpPr>
        <p:spPr>
          <a:xfrm>
            <a:off x="2259188" y="3852272"/>
            <a:ext cx="4625700" cy="37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cxnSp>
        <p:nvCxnSpPr>
          <p:cNvPr id="635" name="Google Shape;635;p57">
            <a:extLst>
              <a:ext uri="{FF2B5EF4-FFF2-40B4-BE49-F238E27FC236}">
                <a16:creationId xmlns:a16="http://schemas.microsoft.com/office/drawing/2014/main" id="{37624401-08E8-8EB0-5319-7E6AC909C8D7}"/>
              </a:ext>
            </a:extLst>
          </p:cNvPr>
          <p:cNvCxnSpPr/>
          <p:nvPr/>
        </p:nvCxnSpPr>
        <p:spPr>
          <a:xfrm>
            <a:off x="3648063" y="1558275"/>
            <a:ext cx="198600" cy="0"/>
          </a:xfrm>
          <a:prstGeom prst="straightConnector1">
            <a:avLst/>
          </a:prstGeom>
          <a:noFill/>
          <a:ln w="19050" cap="flat" cmpd="sng">
            <a:solidFill>
              <a:schemeClr val="accent1"/>
            </a:solidFill>
            <a:prstDash val="solid"/>
            <a:round/>
            <a:headEnd type="none" w="med" len="med"/>
            <a:tailEnd type="none" w="med" len="med"/>
          </a:ln>
        </p:spPr>
      </p:cxnSp>
      <p:cxnSp>
        <p:nvCxnSpPr>
          <p:cNvPr id="636" name="Google Shape;636;p57">
            <a:extLst>
              <a:ext uri="{FF2B5EF4-FFF2-40B4-BE49-F238E27FC236}">
                <a16:creationId xmlns:a16="http://schemas.microsoft.com/office/drawing/2014/main" id="{C67BE883-5241-C5AB-7562-E73C04B8EEF4}"/>
              </a:ext>
            </a:extLst>
          </p:cNvPr>
          <p:cNvCxnSpPr/>
          <p:nvPr/>
        </p:nvCxnSpPr>
        <p:spPr>
          <a:xfrm>
            <a:off x="5297338" y="1558275"/>
            <a:ext cx="198600" cy="0"/>
          </a:xfrm>
          <a:prstGeom prst="straightConnector1">
            <a:avLst/>
          </a:prstGeom>
          <a:noFill/>
          <a:ln w="19050" cap="flat" cmpd="sng">
            <a:solidFill>
              <a:schemeClr val="accent1"/>
            </a:solidFill>
            <a:prstDash val="solid"/>
            <a:round/>
            <a:headEnd type="none" w="med" len="med"/>
            <a:tailEnd type="none" w="med" len="med"/>
          </a:ln>
        </p:spPr>
      </p:cxnSp>
      <p:pic>
        <p:nvPicPr>
          <p:cNvPr id="637" name="Google Shape;637;p57">
            <a:extLst>
              <a:ext uri="{FF2B5EF4-FFF2-40B4-BE49-F238E27FC236}">
                <a16:creationId xmlns:a16="http://schemas.microsoft.com/office/drawing/2014/main" id="{19D6D8BE-7BF3-8550-A786-24FA3C1BECD5}"/>
              </a:ext>
            </a:extLst>
          </p:cNvPr>
          <p:cNvPicPr preferRelativeResize="0"/>
          <p:nvPr/>
        </p:nvPicPr>
        <p:blipFill>
          <a:blip r:embed="rId3">
            <a:alphaModFix/>
          </a:blip>
          <a:stretch>
            <a:fillRect/>
          </a:stretch>
        </p:blipFill>
        <p:spPr>
          <a:xfrm rot="-1800008">
            <a:off x="7074735" y="2642879"/>
            <a:ext cx="2824054" cy="3335165"/>
          </a:xfrm>
          <a:prstGeom prst="rect">
            <a:avLst/>
          </a:prstGeom>
          <a:noFill/>
          <a:ln>
            <a:noFill/>
          </a:ln>
        </p:spPr>
      </p:pic>
    </p:spTree>
    <p:extLst>
      <p:ext uri="{BB962C8B-B14F-4D97-AF65-F5344CB8AC3E}">
        <p14:creationId xmlns:p14="http://schemas.microsoft.com/office/powerpoint/2010/main" val="4519392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1"/>
          <p:cNvSpPr txBox="1">
            <a:spLocks noGrp="1"/>
          </p:cNvSpPr>
          <p:nvPr>
            <p:ph type="title"/>
          </p:nvPr>
        </p:nvSpPr>
        <p:spPr>
          <a:xfrm>
            <a:off x="720000" y="1440450"/>
            <a:ext cx="3233100" cy="114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6600" dirty="0">
                <a:solidFill>
                  <a:schemeClr val="lt1"/>
                </a:solidFill>
                <a:latin typeface="Playball"/>
                <a:ea typeface="Playball"/>
                <a:cs typeface="Playball"/>
                <a:sym typeface="Playball"/>
              </a:rPr>
              <a:t> Internet</a:t>
            </a:r>
            <a:endParaRPr sz="5400" dirty="0">
              <a:solidFill>
                <a:schemeClr val="dk2"/>
              </a:solidFill>
              <a:latin typeface="IBM Plex Serif SemiBold"/>
              <a:ea typeface="IBM Plex Serif SemiBold"/>
              <a:cs typeface="IBM Plex Serif SemiBold"/>
              <a:sym typeface="IBM Plex Serif SemiBold"/>
            </a:endParaRPr>
          </a:p>
        </p:txBody>
      </p:sp>
      <p:sp>
        <p:nvSpPr>
          <p:cNvPr id="700" name="Google Shape;700;p61"/>
          <p:cNvSpPr txBox="1">
            <a:spLocks noGrp="1"/>
          </p:cNvSpPr>
          <p:nvPr>
            <p:ph type="subTitle" idx="1"/>
          </p:nvPr>
        </p:nvSpPr>
        <p:spPr>
          <a:xfrm>
            <a:off x="720000" y="2546550"/>
            <a:ext cx="3510300" cy="805200"/>
          </a:xfrm>
          <a:prstGeom prst="rect">
            <a:avLst/>
          </a:prstGeom>
        </p:spPr>
        <p:txBody>
          <a:bodyPr spcFirstLastPara="1" wrap="square" lIns="91425" tIns="91425" rIns="91425" bIns="91425" anchor="t" anchorCtr="0">
            <a:noAutofit/>
          </a:bodyPr>
          <a:lstStyle/>
          <a:p>
            <a:pPr marL="0" lvl="0" indent="0"/>
            <a:r>
              <a:rPr lang="vi-VN" dirty="0"/>
              <a:t>Hình ảnh được sưu tầm từ internet, ghi rõ nguồn gốc, minh họa sinh động cho các phong tục Tết và hoạt động trường học.</a:t>
            </a:r>
            <a:endParaRPr dirty="0"/>
          </a:p>
        </p:txBody>
      </p:sp>
      <p:sp>
        <p:nvSpPr>
          <p:cNvPr id="702" name="Google Shape;702;p61"/>
          <p:cNvSpPr/>
          <p:nvPr/>
        </p:nvSpPr>
        <p:spPr>
          <a:xfrm>
            <a:off x="4436000" y="1028913"/>
            <a:ext cx="3727985" cy="2944182"/>
          </a:xfrm>
          <a:custGeom>
            <a:avLst/>
            <a:gdLst/>
            <a:ahLst/>
            <a:cxnLst/>
            <a:rect l="l" t="t" r="r" b="b"/>
            <a:pathLst>
              <a:path w="131696" h="100673" extrusionOk="0">
                <a:moveTo>
                  <a:pt x="128192" y="0"/>
                </a:moveTo>
                <a:lnTo>
                  <a:pt x="3504" y="0"/>
                </a:lnTo>
                <a:lnTo>
                  <a:pt x="3504" y="0"/>
                </a:lnTo>
                <a:lnTo>
                  <a:pt x="2821" y="0"/>
                </a:lnTo>
                <a:lnTo>
                  <a:pt x="2137" y="257"/>
                </a:lnTo>
                <a:lnTo>
                  <a:pt x="1624" y="598"/>
                </a:lnTo>
                <a:lnTo>
                  <a:pt x="1026" y="1026"/>
                </a:lnTo>
                <a:lnTo>
                  <a:pt x="599" y="1538"/>
                </a:lnTo>
                <a:lnTo>
                  <a:pt x="342" y="2137"/>
                </a:lnTo>
                <a:lnTo>
                  <a:pt x="86" y="2735"/>
                </a:lnTo>
                <a:lnTo>
                  <a:pt x="0" y="3504"/>
                </a:lnTo>
                <a:lnTo>
                  <a:pt x="0" y="79991"/>
                </a:lnTo>
                <a:lnTo>
                  <a:pt x="0" y="79991"/>
                </a:lnTo>
                <a:lnTo>
                  <a:pt x="86" y="80675"/>
                </a:lnTo>
                <a:lnTo>
                  <a:pt x="342" y="81359"/>
                </a:lnTo>
                <a:lnTo>
                  <a:pt x="599" y="81957"/>
                </a:lnTo>
                <a:lnTo>
                  <a:pt x="1026" y="82470"/>
                </a:lnTo>
                <a:lnTo>
                  <a:pt x="1624" y="82897"/>
                </a:lnTo>
                <a:lnTo>
                  <a:pt x="2137" y="83239"/>
                </a:lnTo>
                <a:lnTo>
                  <a:pt x="2821" y="83410"/>
                </a:lnTo>
                <a:lnTo>
                  <a:pt x="3504" y="83495"/>
                </a:lnTo>
                <a:lnTo>
                  <a:pt x="52132" y="83495"/>
                </a:lnTo>
                <a:lnTo>
                  <a:pt x="51191" y="89990"/>
                </a:lnTo>
                <a:lnTo>
                  <a:pt x="51191" y="89990"/>
                </a:lnTo>
                <a:lnTo>
                  <a:pt x="50850" y="91272"/>
                </a:lnTo>
                <a:lnTo>
                  <a:pt x="50251" y="92640"/>
                </a:lnTo>
                <a:lnTo>
                  <a:pt x="49910" y="93238"/>
                </a:lnTo>
                <a:lnTo>
                  <a:pt x="49482" y="93836"/>
                </a:lnTo>
                <a:lnTo>
                  <a:pt x="49055" y="94349"/>
                </a:lnTo>
                <a:lnTo>
                  <a:pt x="48628" y="94862"/>
                </a:lnTo>
                <a:lnTo>
                  <a:pt x="43842" y="98024"/>
                </a:lnTo>
                <a:lnTo>
                  <a:pt x="43842" y="98024"/>
                </a:lnTo>
                <a:lnTo>
                  <a:pt x="43585" y="98280"/>
                </a:lnTo>
                <a:lnTo>
                  <a:pt x="43415" y="98536"/>
                </a:lnTo>
                <a:lnTo>
                  <a:pt x="43329" y="98878"/>
                </a:lnTo>
                <a:lnTo>
                  <a:pt x="43244" y="99220"/>
                </a:lnTo>
                <a:lnTo>
                  <a:pt x="43329" y="99562"/>
                </a:lnTo>
                <a:lnTo>
                  <a:pt x="43415" y="99818"/>
                </a:lnTo>
                <a:lnTo>
                  <a:pt x="43585" y="100160"/>
                </a:lnTo>
                <a:lnTo>
                  <a:pt x="43842" y="100417"/>
                </a:lnTo>
                <a:lnTo>
                  <a:pt x="43842" y="100417"/>
                </a:lnTo>
                <a:lnTo>
                  <a:pt x="44269" y="100588"/>
                </a:lnTo>
                <a:lnTo>
                  <a:pt x="44782" y="100673"/>
                </a:lnTo>
                <a:lnTo>
                  <a:pt x="65891" y="100673"/>
                </a:lnTo>
                <a:lnTo>
                  <a:pt x="86914" y="100673"/>
                </a:lnTo>
                <a:lnTo>
                  <a:pt x="86914" y="100673"/>
                </a:lnTo>
                <a:lnTo>
                  <a:pt x="87427" y="100588"/>
                </a:lnTo>
                <a:lnTo>
                  <a:pt x="87854" y="100417"/>
                </a:lnTo>
                <a:lnTo>
                  <a:pt x="87854" y="100417"/>
                </a:lnTo>
                <a:lnTo>
                  <a:pt x="88111" y="100160"/>
                </a:lnTo>
                <a:lnTo>
                  <a:pt x="88281" y="99818"/>
                </a:lnTo>
                <a:lnTo>
                  <a:pt x="88367" y="99562"/>
                </a:lnTo>
                <a:lnTo>
                  <a:pt x="88452" y="99220"/>
                </a:lnTo>
                <a:lnTo>
                  <a:pt x="88367" y="98878"/>
                </a:lnTo>
                <a:lnTo>
                  <a:pt x="88281" y="98536"/>
                </a:lnTo>
                <a:lnTo>
                  <a:pt x="88111" y="98280"/>
                </a:lnTo>
                <a:lnTo>
                  <a:pt x="87854" y="98024"/>
                </a:lnTo>
                <a:lnTo>
                  <a:pt x="83154" y="94862"/>
                </a:lnTo>
                <a:lnTo>
                  <a:pt x="83154" y="94862"/>
                </a:lnTo>
                <a:lnTo>
                  <a:pt x="83068" y="94862"/>
                </a:lnTo>
                <a:lnTo>
                  <a:pt x="83068" y="94862"/>
                </a:lnTo>
                <a:lnTo>
                  <a:pt x="82556" y="94349"/>
                </a:lnTo>
                <a:lnTo>
                  <a:pt x="82128" y="93836"/>
                </a:lnTo>
                <a:lnTo>
                  <a:pt x="81786" y="93238"/>
                </a:lnTo>
                <a:lnTo>
                  <a:pt x="81445" y="92640"/>
                </a:lnTo>
                <a:lnTo>
                  <a:pt x="80846" y="91272"/>
                </a:lnTo>
                <a:lnTo>
                  <a:pt x="80505" y="89990"/>
                </a:lnTo>
                <a:lnTo>
                  <a:pt x="79564" y="83495"/>
                </a:lnTo>
                <a:lnTo>
                  <a:pt x="128192" y="83495"/>
                </a:lnTo>
                <a:lnTo>
                  <a:pt x="128192" y="83495"/>
                </a:lnTo>
                <a:lnTo>
                  <a:pt x="128875" y="83410"/>
                </a:lnTo>
                <a:lnTo>
                  <a:pt x="129559" y="83239"/>
                </a:lnTo>
                <a:lnTo>
                  <a:pt x="130157" y="82897"/>
                </a:lnTo>
                <a:lnTo>
                  <a:pt x="130670" y="82470"/>
                </a:lnTo>
                <a:lnTo>
                  <a:pt x="131097" y="81957"/>
                </a:lnTo>
                <a:lnTo>
                  <a:pt x="131354" y="81359"/>
                </a:lnTo>
                <a:lnTo>
                  <a:pt x="131610" y="80675"/>
                </a:lnTo>
                <a:lnTo>
                  <a:pt x="131696" y="79991"/>
                </a:lnTo>
                <a:lnTo>
                  <a:pt x="131696" y="3504"/>
                </a:lnTo>
                <a:lnTo>
                  <a:pt x="131696" y="3504"/>
                </a:lnTo>
                <a:lnTo>
                  <a:pt x="131610" y="2735"/>
                </a:lnTo>
                <a:lnTo>
                  <a:pt x="131354" y="2137"/>
                </a:lnTo>
                <a:lnTo>
                  <a:pt x="131097" y="1538"/>
                </a:lnTo>
                <a:lnTo>
                  <a:pt x="130670" y="1026"/>
                </a:lnTo>
                <a:lnTo>
                  <a:pt x="130157" y="598"/>
                </a:lnTo>
                <a:lnTo>
                  <a:pt x="129559" y="257"/>
                </a:lnTo>
                <a:lnTo>
                  <a:pt x="128875" y="0"/>
                </a:lnTo>
                <a:lnTo>
                  <a:pt x="128192" y="0"/>
                </a:lnTo>
                <a:lnTo>
                  <a:pt x="128192" y="0"/>
                </a:lnTo>
                <a:close/>
                <a:moveTo>
                  <a:pt x="65891" y="80932"/>
                </a:moveTo>
                <a:lnTo>
                  <a:pt x="65891" y="80932"/>
                </a:lnTo>
                <a:lnTo>
                  <a:pt x="65463" y="80846"/>
                </a:lnTo>
                <a:lnTo>
                  <a:pt x="65036" y="80761"/>
                </a:lnTo>
                <a:lnTo>
                  <a:pt x="64694" y="80504"/>
                </a:lnTo>
                <a:lnTo>
                  <a:pt x="64352" y="80248"/>
                </a:lnTo>
                <a:lnTo>
                  <a:pt x="64096" y="79991"/>
                </a:lnTo>
                <a:lnTo>
                  <a:pt x="63925" y="79650"/>
                </a:lnTo>
                <a:lnTo>
                  <a:pt x="63840" y="79222"/>
                </a:lnTo>
                <a:lnTo>
                  <a:pt x="63754" y="78795"/>
                </a:lnTo>
                <a:lnTo>
                  <a:pt x="63754" y="78795"/>
                </a:lnTo>
                <a:lnTo>
                  <a:pt x="63840" y="78368"/>
                </a:lnTo>
                <a:lnTo>
                  <a:pt x="63925" y="78026"/>
                </a:lnTo>
                <a:lnTo>
                  <a:pt x="64096" y="77599"/>
                </a:lnTo>
                <a:lnTo>
                  <a:pt x="64352" y="77342"/>
                </a:lnTo>
                <a:lnTo>
                  <a:pt x="64694" y="77086"/>
                </a:lnTo>
                <a:lnTo>
                  <a:pt x="65036" y="76915"/>
                </a:lnTo>
                <a:lnTo>
                  <a:pt x="65463" y="76744"/>
                </a:lnTo>
                <a:lnTo>
                  <a:pt x="65891" y="76744"/>
                </a:lnTo>
                <a:lnTo>
                  <a:pt x="65891" y="76744"/>
                </a:lnTo>
                <a:lnTo>
                  <a:pt x="66233" y="76744"/>
                </a:lnTo>
                <a:lnTo>
                  <a:pt x="66660" y="76915"/>
                </a:lnTo>
                <a:lnTo>
                  <a:pt x="67002" y="77086"/>
                </a:lnTo>
                <a:lnTo>
                  <a:pt x="67344" y="77342"/>
                </a:lnTo>
                <a:lnTo>
                  <a:pt x="67600" y="77599"/>
                </a:lnTo>
                <a:lnTo>
                  <a:pt x="67771" y="78026"/>
                </a:lnTo>
                <a:lnTo>
                  <a:pt x="67856" y="78368"/>
                </a:lnTo>
                <a:lnTo>
                  <a:pt x="67942" y="78795"/>
                </a:lnTo>
                <a:lnTo>
                  <a:pt x="67942" y="78795"/>
                </a:lnTo>
                <a:lnTo>
                  <a:pt x="67856" y="79222"/>
                </a:lnTo>
                <a:lnTo>
                  <a:pt x="67771" y="79650"/>
                </a:lnTo>
                <a:lnTo>
                  <a:pt x="67600" y="79991"/>
                </a:lnTo>
                <a:lnTo>
                  <a:pt x="67344" y="80248"/>
                </a:lnTo>
                <a:lnTo>
                  <a:pt x="67002" y="80504"/>
                </a:lnTo>
                <a:lnTo>
                  <a:pt x="66660" y="80761"/>
                </a:lnTo>
                <a:lnTo>
                  <a:pt x="66233" y="80846"/>
                </a:lnTo>
                <a:lnTo>
                  <a:pt x="65891" y="80932"/>
                </a:lnTo>
                <a:lnTo>
                  <a:pt x="65891" y="80932"/>
                </a:lnTo>
                <a:close/>
                <a:moveTo>
                  <a:pt x="126568" y="74009"/>
                </a:moveTo>
                <a:lnTo>
                  <a:pt x="5128" y="74009"/>
                </a:lnTo>
                <a:lnTo>
                  <a:pt x="5128" y="4871"/>
                </a:lnTo>
                <a:lnTo>
                  <a:pt x="126568" y="4871"/>
                </a:lnTo>
                <a:lnTo>
                  <a:pt x="126568" y="7400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3" name="Google Shape;703;p61"/>
          <p:cNvPicPr preferRelativeResize="0"/>
          <p:nvPr/>
        </p:nvPicPr>
        <p:blipFill>
          <a:blip r:embed="rId3">
            <a:alphaModFix/>
          </a:blip>
          <a:stretch>
            <a:fillRect/>
          </a:stretch>
        </p:blipFill>
        <p:spPr>
          <a:xfrm flipH="1">
            <a:off x="6916425" y="2396525"/>
            <a:ext cx="2264625" cy="2435700"/>
          </a:xfrm>
          <a:prstGeom prst="rect">
            <a:avLst/>
          </a:prstGeom>
          <a:noFill/>
          <a:ln>
            <a:noFill/>
          </a:ln>
        </p:spPr>
      </p:pic>
      <p:pic>
        <p:nvPicPr>
          <p:cNvPr id="704" name="Google Shape;704;p61"/>
          <p:cNvPicPr preferRelativeResize="0"/>
          <p:nvPr/>
        </p:nvPicPr>
        <p:blipFill>
          <a:blip r:embed="rId4">
            <a:alphaModFix/>
          </a:blip>
          <a:stretch>
            <a:fillRect/>
          </a:stretch>
        </p:blipFill>
        <p:spPr>
          <a:xfrm rot="1421582" flipH="1">
            <a:off x="7919773" y="3185812"/>
            <a:ext cx="2228500" cy="2452425"/>
          </a:xfrm>
          <a:prstGeom prst="rect">
            <a:avLst/>
          </a:prstGeom>
          <a:noFill/>
          <a:ln>
            <a:noFill/>
          </a:ln>
        </p:spPr>
      </p:pic>
      <p:pic>
        <p:nvPicPr>
          <p:cNvPr id="3" name="Picture 2">
            <a:extLst>
              <a:ext uri="{FF2B5EF4-FFF2-40B4-BE49-F238E27FC236}">
                <a16:creationId xmlns:a16="http://schemas.microsoft.com/office/drawing/2014/main" id="{44C70E72-F9BE-DADF-2624-7BD681CEB1A5}"/>
              </a:ext>
            </a:extLst>
          </p:cNvPr>
          <p:cNvPicPr>
            <a:picLocks noChangeAspect="1"/>
          </p:cNvPicPr>
          <p:nvPr/>
        </p:nvPicPr>
        <p:blipFill>
          <a:blip r:embed="rId5"/>
          <a:stretch>
            <a:fillRect/>
          </a:stretch>
        </p:blipFill>
        <p:spPr>
          <a:xfrm>
            <a:off x="4572000" y="1170405"/>
            <a:ext cx="3427141" cy="200397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1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99"/>
                                        </p:tgtEl>
                                        <p:attrNameLst>
                                          <p:attrName>style.visibility</p:attrName>
                                        </p:attrNameLst>
                                      </p:cBhvr>
                                      <p:to>
                                        <p:strVal val="visible"/>
                                      </p:to>
                                    </p:set>
                                    <p:animEffect transition="in" filter="barn(inVertical)">
                                      <p:cBhvr>
                                        <p:cTn id="10" dur="10"/>
                                        <p:tgtEl>
                                          <p:spTgt spid="69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00">
                                            <p:txEl>
                                              <p:pRg st="0" end="0"/>
                                            </p:txEl>
                                          </p:spTgt>
                                        </p:tgtEl>
                                        <p:attrNameLst>
                                          <p:attrName>style.visibility</p:attrName>
                                        </p:attrNameLst>
                                      </p:cBhvr>
                                      <p:to>
                                        <p:strVal val="visible"/>
                                      </p:to>
                                    </p:set>
                                    <p:animEffect transition="in" filter="barn(inVertical)">
                                      <p:cBhvr>
                                        <p:cTn id="13" dur="10"/>
                                        <p:tgtEl>
                                          <p:spTgt spid="7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 grpId="0"/>
      <p:bldP spid="70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62"/>
          <p:cNvSpPr txBox="1">
            <a:spLocks noGrp="1"/>
          </p:cNvSpPr>
          <p:nvPr>
            <p:ph type="title"/>
          </p:nvPr>
        </p:nvSpPr>
        <p:spPr>
          <a:xfrm>
            <a:off x="5553850" y="1440450"/>
            <a:ext cx="2630400" cy="1080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sz="4100" dirty="0">
                <a:solidFill>
                  <a:schemeClr val="lt1"/>
                </a:solidFill>
                <a:latin typeface="Playball"/>
                <a:ea typeface="Playball"/>
                <a:cs typeface="Playball"/>
                <a:sym typeface="Playball"/>
              </a:rPr>
              <a:t>Chatbot AI </a:t>
            </a:r>
            <a:endParaRPr dirty="0">
              <a:solidFill>
                <a:schemeClr val="dk2"/>
              </a:solidFill>
              <a:latin typeface="IBM Plex Serif SemiBold"/>
              <a:ea typeface="IBM Plex Serif SemiBold"/>
              <a:cs typeface="IBM Plex Serif SemiBold"/>
              <a:sym typeface="IBM Plex Serif SemiBold"/>
            </a:endParaRPr>
          </a:p>
        </p:txBody>
      </p:sp>
      <p:sp>
        <p:nvSpPr>
          <p:cNvPr id="710" name="Google Shape;710;p62"/>
          <p:cNvSpPr txBox="1">
            <a:spLocks noGrp="1"/>
          </p:cNvSpPr>
          <p:nvPr>
            <p:ph type="subTitle" idx="1"/>
          </p:nvPr>
        </p:nvSpPr>
        <p:spPr>
          <a:xfrm>
            <a:off x="4743800" y="2546550"/>
            <a:ext cx="3440700" cy="897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vi-VN" dirty="0"/>
              <a:t>Xây dựng ý tưởng , xem xét lỗi và những Code phức tạp nhờ công cụ trí tuệ nhân tạo hỗ trợ </a:t>
            </a:r>
            <a:endParaRPr dirty="0"/>
          </a:p>
        </p:txBody>
      </p:sp>
      <p:sp>
        <p:nvSpPr>
          <p:cNvPr id="711" name="Google Shape;711;p62"/>
          <p:cNvSpPr/>
          <p:nvPr/>
        </p:nvSpPr>
        <p:spPr>
          <a:xfrm>
            <a:off x="1651156" y="490654"/>
            <a:ext cx="3088249" cy="3921305"/>
          </a:xfrm>
          <a:custGeom>
            <a:avLst/>
            <a:gdLst/>
            <a:ahLst/>
            <a:cxnLst/>
            <a:rect l="l" t="t" r="r" b="b"/>
            <a:pathLst>
              <a:path w="70249" h="95461" extrusionOk="0">
                <a:moveTo>
                  <a:pt x="35124" y="3590"/>
                </a:moveTo>
                <a:lnTo>
                  <a:pt x="35466" y="3675"/>
                </a:lnTo>
                <a:lnTo>
                  <a:pt x="35723" y="3846"/>
                </a:lnTo>
                <a:lnTo>
                  <a:pt x="35894" y="4103"/>
                </a:lnTo>
                <a:lnTo>
                  <a:pt x="35979" y="4444"/>
                </a:lnTo>
                <a:lnTo>
                  <a:pt x="35894" y="4786"/>
                </a:lnTo>
                <a:lnTo>
                  <a:pt x="35723" y="5043"/>
                </a:lnTo>
                <a:lnTo>
                  <a:pt x="35466" y="5299"/>
                </a:lnTo>
                <a:lnTo>
                  <a:pt x="34783" y="5299"/>
                </a:lnTo>
                <a:lnTo>
                  <a:pt x="34526" y="5043"/>
                </a:lnTo>
                <a:lnTo>
                  <a:pt x="34355" y="4786"/>
                </a:lnTo>
                <a:lnTo>
                  <a:pt x="34270" y="4444"/>
                </a:lnTo>
                <a:lnTo>
                  <a:pt x="34355" y="4103"/>
                </a:lnTo>
                <a:lnTo>
                  <a:pt x="34526" y="3846"/>
                </a:lnTo>
                <a:lnTo>
                  <a:pt x="34783" y="3675"/>
                </a:lnTo>
                <a:lnTo>
                  <a:pt x="35124" y="3590"/>
                </a:lnTo>
                <a:close/>
                <a:moveTo>
                  <a:pt x="64950" y="8547"/>
                </a:moveTo>
                <a:lnTo>
                  <a:pt x="64950" y="86914"/>
                </a:lnTo>
                <a:lnTo>
                  <a:pt x="5299" y="86914"/>
                </a:lnTo>
                <a:lnTo>
                  <a:pt x="5299" y="8547"/>
                </a:lnTo>
                <a:close/>
                <a:moveTo>
                  <a:pt x="35552" y="89307"/>
                </a:moveTo>
                <a:lnTo>
                  <a:pt x="35894" y="89478"/>
                </a:lnTo>
                <a:lnTo>
                  <a:pt x="36235" y="89649"/>
                </a:lnTo>
                <a:lnTo>
                  <a:pt x="36492" y="89905"/>
                </a:lnTo>
                <a:lnTo>
                  <a:pt x="36748" y="90162"/>
                </a:lnTo>
                <a:lnTo>
                  <a:pt x="36919" y="90504"/>
                </a:lnTo>
                <a:lnTo>
                  <a:pt x="37005" y="90845"/>
                </a:lnTo>
                <a:lnTo>
                  <a:pt x="37090" y="91273"/>
                </a:lnTo>
                <a:lnTo>
                  <a:pt x="37005" y="91615"/>
                </a:lnTo>
                <a:lnTo>
                  <a:pt x="36919" y="92042"/>
                </a:lnTo>
                <a:lnTo>
                  <a:pt x="36748" y="92384"/>
                </a:lnTo>
                <a:lnTo>
                  <a:pt x="36492" y="92640"/>
                </a:lnTo>
                <a:lnTo>
                  <a:pt x="36235" y="92896"/>
                </a:lnTo>
                <a:lnTo>
                  <a:pt x="35894" y="93067"/>
                </a:lnTo>
                <a:lnTo>
                  <a:pt x="35552" y="93153"/>
                </a:lnTo>
                <a:lnTo>
                  <a:pt x="35124" y="93238"/>
                </a:lnTo>
                <a:lnTo>
                  <a:pt x="34697" y="93153"/>
                </a:lnTo>
                <a:lnTo>
                  <a:pt x="34355" y="93067"/>
                </a:lnTo>
                <a:lnTo>
                  <a:pt x="34013" y="92896"/>
                </a:lnTo>
                <a:lnTo>
                  <a:pt x="33757" y="92640"/>
                </a:lnTo>
                <a:lnTo>
                  <a:pt x="33501" y="92384"/>
                </a:lnTo>
                <a:lnTo>
                  <a:pt x="33330" y="92042"/>
                </a:lnTo>
                <a:lnTo>
                  <a:pt x="33244" y="91615"/>
                </a:lnTo>
                <a:lnTo>
                  <a:pt x="33159" y="91273"/>
                </a:lnTo>
                <a:lnTo>
                  <a:pt x="33244" y="90845"/>
                </a:lnTo>
                <a:lnTo>
                  <a:pt x="33330" y="90504"/>
                </a:lnTo>
                <a:lnTo>
                  <a:pt x="33501" y="90162"/>
                </a:lnTo>
                <a:lnTo>
                  <a:pt x="33757" y="89905"/>
                </a:lnTo>
                <a:lnTo>
                  <a:pt x="34013" y="89649"/>
                </a:lnTo>
                <a:lnTo>
                  <a:pt x="34355" y="89478"/>
                </a:lnTo>
                <a:lnTo>
                  <a:pt x="34697" y="89307"/>
                </a:lnTo>
                <a:close/>
                <a:moveTo>
                  <a:pt x="3333" y="0"/>
                </a:moveTo>
                <a:lnTo>
                  <a:pt x="2649" y="86"/>
                </a:lnTo>
                <a:lnTo>
                  <a:pt x="2051" y="257"/>
                </a:lnTo>
                <a:lnTo>
                  <a:pt x="1453" y="599"/>
                </a:lnTo>
                <a:lnTo>
                  <a:pt x="1026" y="1026"/>
                </a:lnTo>
                <a:lnTo>
                  <a:pt x="598" y="1453"/>
                </a:lnTo>
                <a:lnTo>
                  <a:pt x="256" y="2052"/>
                </a:lnTo>
                <a:lnTo>
                  <a:pt x="85" y="2650"/>
                </a:lnTo>
                <a:lnTo>
                  <a:pt x="0" y="3333"/>
                </a:lnTo>
                <a:lnTo>
                  <a:pt x="0" y="92213"/>
                </a:lnTo>
                <a:lnTo>
                  <a:pt x="85" y="92811"/>
                </a:lnTo>
                <a:lnTo>
                  <a:pt x="256" y="93495"/>
                </a:lnTo>
                <a:lnTo>
                  <a:pt x="598" y="94007"/>
                </a:lnTo>
                <a:lnTo>
                  <a:pt x="1026" y="94520"/>
                </a:lnTo>
                <a:lnTo>
                  <a:pt x="1453" y="94862"/>
                </a:lnTo>
                <a:lnTo>
                  <a:pt x="2051" y="95204"/>
                </a:lnTo>
                <a:lnTo>
                  <a:pt x="2649" y="95375"/>
                </a:lnTo>
                <a:lnTo>
                  <a:pt x="3333" y="95460"/>
                </a:lnTo>
                <a:lnTo>
                  <a:pt x="66916" y="95460"/>
                </a:lnTo>
                <a:lnTo>
                  <a:pt x="67600" y="95375"/>
                </a:lnTo>
                <a:lnTo>
                  <a:pt x="68198" y="95204"/>
                </a:lnTo>
                <a:lnTo>
                  <a:pt x="68796" y="94862"/>
                </a:lnTo>
                <a:lnTo>
                  <a:pt x="69309" y="94520"/>
                </a:lnTo>
                <a:lnTo>
                  <a:pt x="69651" y="94007"/>
                </a:lnTo>
                <a:lnTo>
                  <a:pt x="69992" y="93495"/>
                </a:lnTo>
                <a:lnTo>
                  <a:pt x="70163" y="92811"/>
                </a:lnTo>
                <a:lnTo>
                  <a:pt x="70249" y="92213"/>
                </a:lnTo>
                <a:lnTo>
                  <a:pt x="70249" y="3333"/>
                </a:lnTo>
                <a:lnTo>
                  <a:pt x="70163" y="2650"/>
                </a:lnTo>
                <a:lnTo>
                  <a:pt x="69992" y="2052"/>
                </a:lnTo>
                <a:lnTo>
                  <a:pt x="69651" y="1453"/>
                </a:lnTo>
                <a:lnTo>
                  <a:pt x="69309" y="1026"/>
                </a:lnTo>
                <a:lnTo>
                  <a:pt x="68796" y="599"/>
                </a:lnTo>
                <a:lnTo>
                  <a:pt x="68198" y="257"/>
                </a:lnTo>
                <a:lnTo>
                  <a:pt x="67600" y="86"/>
                </a:lnTo>
                <a:lnTo>
                  <a:pt x="669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3" name="Google Shape;713;p62"/>
          <p:cNvPicPr preferRelativeResize="0"/>
          <p:nvPr/>
        </p:nvPicPr>
        <p:blipFill>
          <a:blip r:embed="rId3">
            <a:alphaModFix/>
          </a:blip>
          <a:stretch>
            <a:fillRect/>
          </a:stretch>
        </p:blipFill>
        <p:spPr>
          <a:xfrm>
            <a:off x="-136079" y="2585296"/>
            <a:ext cx="1431900" cy="1575775"/>
          </a:xfrm>
          <a:prstGeom prst="rect">
            <a:avLst/>
          </a:prstGeom>
          <a:noFill/>
          <a:ln>
            <a:noFill/>
          </a:ln>
        </p:spPr>
      </p:pic>
      <p:pic>
        <p:nvPicPr>
          <p:cNvPr id="1026" name="Picture 2" descr="So sánh ưu nhược điểm mô hình AI tiên tiến nhất hiện nay: ChatGPT, Claude,  Gimini, DeepSeex">
            <a:extLst>
              <a:ext uri="{FF2B5EF4-FFF2-40B4-BE49-F238E27FC236}">
                <a16:creationId xmlns:a16="http://schemas.microsoft.com/office/drawing/2014/main" id="{63062A25-6793-C127-57C1-0C67C5A390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0957" y="832625"/>
            <a:ext cx="2668646" cy="3233854"/>
          </a:xfrm>
          <a:prstGeom prst="rect">
            <a:avLst/>
          </a:prstGeom>
          <a:noFill/>
          <a:extLst>
            <a:ext uri="{909E8E84-426E-40DD-AFC4-6F175D3DCCD1}">
              <a14:hiddenFill xmlns:a14="http://schemas.microsoft.com/office/drawing/2010/main">
                <a:solidFill>
                  <a:srgbClr val="FFFFFF"/>
                </a:solidFill>
              </a14:hiddenFill>
            </a:ext>
          </a:extLst>
        </p:spPr>
      </p:pic>
      <p:pic>
        <p:nvPicPr>
          <p:cNvPr id="714" name="Google Shape;714;p62"/>
          <p:cNvPicPr preferRelativeResize="0"/>
          <p:nvPr/>
        </p:nvPicPr>
        <p:blipFill>
          <a:blip r:embed="rId5">
            <a:alphaModFix/>
          </a:blip>
          <a:stretch>
            <a:fillRect/>
          </a:stretch>
        </p:blipFill>
        <p:spPr>
          <a:xfrm>
            <a:off x="-45775" y="3099650"/>
            <a:ext cx="2397025" cy="24545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1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63"/>
          <p:cNvSpPr txBox="1">
            <a:spLocks noGrp="1"/>
          </p:cNvSpPr>
          <p:nvPr>
            <p:ph type="title"/>
          </p:nvPr>
        </p:nvSpPr>
        <p:spPr>
          <a:xfrm>
            <a:off x="637273" y="1901367"/>
            <a:ext cx="3651278" cy="114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solidFill>
                  <a:schemeClr val="dk2"/>
                </a:solidFill>
                <a:latin typeface="IBM Plex Serif SemiBold"/>
                <a:ea typeface="IBM Plex Serif SemiBold"/>
                <a:cs typeface="IBM Plex Serif SemiBold"/>
                <a:sym typeface="IBM Plex Serif SemiBold"/>
              </a:rPr>
              <a:t>Các Fanpages của các trường và đoàn trường </a:t>
            </a:r>
            <a:endParaRPr dirty="0">
              <a:solidFill>
                <a:schemeClr val="dk2"/>
              </a:solidFill>
              <a:latin typeface="IBM Plex Serif SemiBold"/>
              <a:ea typeface="IBM Plex Serif SemiBold"/>
              <a:cs typeface="IBM Plex Serif SemiBold"/>
              <a:sym typeface="IBM Plex Serif SemiBold"/>
            </a:endParaRPr>
          </a:p>
        </p:txBody>
      </p:sp>
      <p:sp>
        <p:nvSpPr>
          <p:cNvPr id="721" name="Google Shape;721;p63"/>
          <p:cNvSpPr/>
          <p:nvPr/>
        </p:nvSpPr>
        <p:spPr>
          <a:xfrm>
            <a:off x="4855450" y="470025"/>
            <a:ext cx="1908213" cy="3773484"/>
          </a:xfrm>
          <a:custGeom>
            <a:avLst/>
            <a:gdLst/>
            <a:ahLst/>
            <a:cxnLst/>
            <a:rect l="l" t="t" r="r" b="b"/>
            <a:pathLst>
              <a:path w="61960" h="122466" extrusionOk="0">
                <a:moveTo>
                  <a:pt x="52217" y="0"/>
                </a:moveTo>
                <a:lnTo>
                  <a:pt x="9743" y="0"/>
                </a:lnTo>
                <a:lnTo>
                  <a:pt x="9743" y="0"/>
                </a:lnTo>
                <a:lnTo>
                  <a:pt x="8803" y="0"/>
                </a:lnTo>
                <a:lnTo>
                  <a:pt x="7778" y="171"/>
                </a:lnTo>
                <a:lnTo>
                  <a:pt x="6838" y="427"/>
                </a:lnTo>
                <a:lnTo>
                  <a:pt x="5983" y="769"/>
                </a:lnTo>
                <a:lnTo>
                  <a:pt x="5129" y="1111"/>
                </a:lnTo>
                <a:lnTo>
                  <a:pt x="4359" y="1624"/>
                </a:lnTo>
                <a:lnTo>
                  <a:pt x="3590" y="2222"/>
                </a:lnTo>
                <a:lnTo>
                  <a:pt x="2907" y="2820"/>
                </a:lnTo>
                <a:lnTo>
                  <a:pt x="2223" y="3504"/>
                </a:lnTo>
                <a:lnTo>
                  <a:pt x="1710" y="4273"/>
                </a:lnTo>
                <a:lnTo>
                  <a:pt x="1197" y="5042"/>
                </a:lnTo>
                <a:lnTo>
                  <a:pt x="770" y="5897"/>
                </a:lnTo>
                <a:lnTo>
                  <a:pt x="514" y="6837"/>
                </a:lnTo>
                <a:lnTo>
                  <a:pt x="257" y="7777"/>
                </a:lnTo>
                <a:lnTo>
                  <a:pt x="86" y="8717"/>
                </a:lnTo>
                <a:lnTo>
                  <a:pt x="1" y="9743"/>
                </a:lnTo>
                <a:lnTo>
                  <a:pt x="1" y="112723"/>
                </a:lnTo>
                <a:lnTo>
                  <a:pt x="1" y="112723"/>
                </a:lnTo>
                <a:lnTo>
                  <a:pt x="86" y="113748"/>
                </a:lnTo>
                <a:lnTo>
                  <a:pt x="257" y="114688"/>
                </a:lnTo>
                <a:lnTo>
                  <a:pt x="514" y="115629"/>
                </a:lnTo>
                <a:lnTo>
                  <a:pt x="770" y="116569"/>
                </a:lnTo>
                <a:lnTo>
                  <a:pt x="1197" y="117423"/>
                </a:lnTo>
                <a:lnTo>
                  <a:pt x="1710" y="118192"/>
                </a:lnTo>
                <a:lnTo>
                  <a:pt x="2223" y="118962"/>
                </a:lnTo>
                <a:lnTo>
                  <a:pt x="2907" y="119645"/>
                </a:lnTo>
                <a:lnTo>
                  <a:pt x="3590" y="120243"/>
                </a:lnTo>
                <a:lnTo>
                  <a:pt x="4359" y="120842"/>
                </a:lnTo>
                <a:lnTo>
                  <a:pt x="5129" y="121354"/>
                </a:lnTo>
                <a:lnTo>
                  <a:pt x="5983" y="121696"/>
                </a:lnTo>
                <a:lnTo>
                  <a:pt x="6838" y="122038"/>
                </a:lnTo>
                <a:lnTo>
                  <a:pt x="7778" y="122294"/>
                </a:lnTo>
                <a:lnTo>
                  <a:pt x="8803" y="122465"/>
                </a:lnTo>
                <a:lnTo>
                  <a:pt x="9743" y="122465"/>
                </a:lnTo>
                <a:lnTo>
                  <a:pt x="52217" y="122465"/>
                </a:lnTo>
                <a:lnTo>
                  <a:pt x="52217" y="122465"/>
                </a:lnTo>
                <a:lnTo>
                  <a:pt x="53243" y="122465"/>
                </a:lnTo>
                <a:lnTo>
                  <a:pt x="54183" y="122294"/>
                </a:lnTo>
                <a:lnTo>
                  <a:pt x="55123" y="122038"/>
                </a:lnTo>
                <a:lnTo>
                  <a:pt x="55978" y="121696"/>
                </a:lnTo>
                <a:lnTo>
                  <a:pt x="56832" y="121354"/>
                </a:lnTo>
                <a:lnTo>
                  <a:pt x="57687" y="120842"/>
                </a:lnTo>
                <a:lnTo>
                  <a:pt x="58371" y="120243"/>
                </a:lnTo>
                <a:lnTo>
                  <a:pt x="59054" y="119645"/>
                </a:lnTo>
                <a:lnTo>
                  <a:pt x="59738" y="118962"/>
                </a:lnTo>
                <a:lnTo>
                  <a:pt x="60251" y="118192"/>
                </a:lnTo>
                <a:lnTo>
                  <a:pt x="60764" y="117423"/>
                </a:lnTo>
                <a:lnTo>
                  <a:pt x="61191" y="116569"/>
                </a:lnTo>
                <a:lnTo>
                  <a:pt x="61533" y="115629"/>
                </a:lnTo>
                <a:lnTo>
                  <a:pt x="61704" y="114688"/>
                </a:lnTo>
                <a:lnTo>
                  <a:pt x="61875" y="113748"/>
                </a:lnTo>
                <a:lnTo>
                  <a:pt x="61960" y="112723"/>
                </a:lnTo>
                <a:lnTo>
                  <a:pt x="61960" y="9743"/>
                </a:lnTo>
                <a:lnTo>
                  <a:pt x="61960" y="9743"/>
                </a:lnTo>
                <a:lnTo>
                  <a:pt x="61875" y="8717"/>
                </a:lnTo>
                <a:lnTo>
                  <a:pt x="61704" y="7777"/>
                </a:lnTo>
                <a:lnTo>
                  <a:pt x="61533" y="6837"/>
                </a:lnTo>
                <a:lnTo>
                  <a:pt x="61191" y="5897"/>
                </a:lnTo>
                <a:lnTo>
                  <a:pt x="60764" y="5042"/>
                </a:lnTo>
                <a:lnTo>
                  <a:pt x="60251" y="4273"/>
                </a:lnTo>
                <a:lnTo>
                  <a:pt x="59738" y="3504"/>
                </a:lnTo>
                <a:lnTo>
                  <a:pt x="59054" y="2820"/>
                </a:lnTo>
                <a:lnTo>
                  <a:pt x="58371" y="2222"/>
                </a:lnTo>
                <a:lnTo>
                  <a:pt x="57687" y="1624"/>
                </a:lnTo>
                <a:lnTo>
                  <a:pt x="56832" y="1111"/>
                </a:lnTo>
                <a:lnTo>
                  <a:pt x="55978" y="769"/>
                </a:lnTo>
                <a:lnTo>
                  <a:pt x="55123" y="427"/>
                </a:lnTo>
                <a:lnTo>
                  <a:pt x="54183" y="171"/>
                </a:lnTo>
                <a:lnTo>
                  <a:pt x="53243" y="0"/>
                </a:lnTo>
                <a:lnTo>
                  <a:pt x="52217" y="0"/>
                </a:lnTo>
                <a:lnTo>
                  <a:pt x="52217" y="0"/>
                </a:lnTo>
                <a:close/>
                <a:moveTo>
                  <a:pt x="24870" y="5042"/>
                </a:moveTo>
                <a:lnTo>
                  <a:pt x="24870" y="5042"/>
                </a:lnTo>
                <a:lnTo>
                  <a:pt x="24955" y="5042"/>
                </a:lnTo>
                <a:lnTo>
                  <a:pt x="37176" y="5042"/>
                </a:lnTo>
                <a:lnTo>
                  <a:pt x="37176" y="5042"/>
                </a:lnTo>
                <a:lnTo>
                  <a:pt x="37433" y="5042"/>
                </a:lnTo>
                <a:lnTo>
                  <a:pt x="37689" y="5213"/>
                </a:lnTo>
                <a:lnTo>
                  <a:pt x="37860" y="5469"/>
                </a:lnTo>
                <a:lnTo>
                  <a:pt x="37946" y="5811"/>
                </a:lnTo>
                <a:lnTo>
                  <a:pt x="37946" y="5811"/>
                </a:lnTo>
                <a:lnTo>
                  <a:pt x="37860" y="6068"/>
                </a:lnTo>
                <a:lnTo>
                  <a:pt x="37689" y="6324"/>
                </a:lnTo>
                <a:lnTo>
                  <a:pt x="37433" y="6495"/>
                </a:lnTo>
                <a:lnTo>
                  <a:pt x="37091" y="6580"/>
                </a:lnTo>
                <a:lnTo>
                  <a:pt x="37091" y="6580"/>
                </a:lnTo>
                <a:lnTo>
                  <a:pt x="37091" y="6580"/>
                </a:lnTo>
                <a:lnTo>
                  <a:pt x="24870" y="6580"/>
                </a:lnTo>
                <a:lnTo>
                  <a:pt x="24870" y="6580"/>
                </a:lnTo>
                <a:lnTo>
                  <a:pt x="24870" y="6580"/>
                </a:lnTo>
                <a:lnTo>
                  <a:pt x="24528" y="6495"/>
                </a:lnTo>
                <a:lnTo>
                  <a:pt x="24272" y="6324"/>
                </a:lnTo>
                <a:lnTo>
                  <a:pt x="24101" y="6068"/>
                </a:lnTo>
                <a:lnTo>
                  <a:pt x="24101" y="5811"/>
                </a:lnTo>
                <a:lnTo>
                  <a:pt x="24101" y="5811"/>
                </a:lnTo>
                <a:lnTo>
                  <a:pt x="24101" y="5469"/>
                </a:lnTo>
                <a:lnTo>
                  <a:pt x="24272" y="5213"/>
                </a:lnTo>
                <a:lnTo>
                  <a:pt x="24528" y="5042"/>
                </a:lnTo>
                <a:lnTo>
                  <a:pt x="24870" y="5042"/>
                </a:lnTo>
                <a:lnTo>
                  <a:pt x="24870" y="5042"/>
                </a:lnTo>
                <a:close/>
                <a:moveTo>
                  <a:pt x="31023" y="119389"/>
                </a:moveTo>
                <a:lnTo>
                  <a:pt x="31023" y="119389"/>
                </a:lnTo>
                <a:lnTo>
                  <a:pt x="30340" y="119303"/>
                </a:lnTo>
                <a:lnTo>
                  <a:pt x="29741" y="119132"/>
                </a:lnTo>
                <a:lnTo>
                  <a:pt x="29143" y="118791"/>
                </a:lnTo>
                <a:lnTo>
                  <a:pt x="28630" y="118449"/>
                </a:lnTo>
                <a:lnTo>
                  <a:pt x="28288" y="117936"/>
                </a:lnTo>
                <a:lnTo>
                  <a:pt x="27947" y="117338"/>
                </a:lnTo>
                <a:lnTo>
                  <a:pt x="27776" y="116740"/>
                </a:lnTo>
                <a:lnTo>
                  <a:pt x="27690" y="116056"/>
                </a:lnTo>
                <a:lnTo>
                  <a:pt x="27690" y="116056"/>
                </a:lnTo>
                <a:lnTo>
                  <a:pt x="27776" y="115458"/>
                </a:lnTo>
                <a:lnTo>
                  <a:pt x="27947" y="114774"/>
                </a:lnTo>
                <a:lnTo>
                  <a:pt x="28288" y="114261"/>
                </a:lnTo>
                <a:lnTo>
                  <a:pt x="28630" y="113748"/>
                </a:lnTo>
                <a:lnTo>
                  <a:pt x="29143" y="113407"/>
                </a:lnTo>
                <a:lnTo>
                  <a:pt x="29741" y="113065"/>
                </a:lnTo>
                <a:lnTo>
                  <a:pt x="30340" y="112894"/>
                </a:lnTo>
                <a:lnTo>
                  <a:pt x="31023" y="112808"/>
                </a:lnTo>
                <a:lnTo>
                  <a:pt x="31023" y="112808"/>
                </a:lnTo>
                <a:lnTo>
                  <a:pt x="31621" y="112894"/>
                </a:lnTo>
                <a:lnTo>
                  <a:pt x="32305" y="113065"/>
                </a:lnTo>
                <a:lnTo>
                  <a:pt x="32818" y="113407"/>
                </a:lnTo>
                <a:lnTo>
                  <a:pt x="33331" y="113748"/>
                </a:lnTo>
                <a:lnTo>
                  <a:pt x="33758" y="114261"/>
                </a:lnTo>
                <a:lnTo>
                  <a:pt x="34014" y="114774"/>
                </a:lnTo>
                <a:lnTo>
                  <a:pt x="34185" y="115458"/>
                </a:lnTo>
                <a:lnTo>
                  <a:pt x="34271" y="116056"/>
                </a:lnTo>
                <a:lnTo>
                  <a:pt x="34271" y="116056"/>
                </a:lnTo>
                <a:lnTo>
                  <a:pt x="34185" y="116740"/>
                </a:lnTo>
                <a:lnTo>
                  <a:pt x="34014" y="117338"/>
                </a:lnTo>
                <a:lnTo>
                  <a:pt x="33758" y="117936"/>
                </a:lnTo>
                <a:lnTo>
                  <a:pt x="33331" y="118449"/>
                </a:lnTo>
                <a:lnTo>
                  <a:pt x="32818" y="118791"/>
                </a:lnTo>
                <a:lnTo>
                  <a:pt x="32305" y="119132"/>
                </a:lnTo>
                <a:lnTo>
                  <a:pt x="31621" y="119303"/>
                </a:lnTo>
                <a:lnTo>
                  <a:pt x="31023" y="119389"/>
                </a:lnTo>
                <a:lnTo>
                  <a:pt x="31023" y="119389"/>
                </a:lnTo>
                <a:close/>
                <a:moveTo>
                  <a:pt x="59482" y="108877"/>
                </a:moveTo>
                <a:lnTo>
                  <a:pt x="2479" y="108877"/>
                </a:lnTo>
                <a:lnTo>
                  <a:pt x="2479" y="13588"/>
                </a:lnTo>
                <a:lnTo>
                  <a:pt x="59482" y="13588"/>
                </a:lnTo>
                <a:lnTo>
                  <a:pt x="59482" y="10887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3" name="Google Shape;723;p63"/>
          <p:cNvPicPr preferRelativeResize="0"/>
          <p:nvPr/>
        </p:nvPicPr>
        <p:blipFill>
          <a:blip r:embed="rId3">
            <a:alphaModFix/>
          </a:blip>
          <a:stretch>
            <a:fillRect/>
          </a:stretch>
        </p:blipFill>
        <p:spPr>
          <a:xfrm rot="2993464">
            <a:off x="7592025" y="1350438"/>
            <a:ext cx="2352675" cy="2562225"/>
          </a:xfrm>
          <a:prstGeom prst="rect">
            <a:avLst/>
          </a:prstGeom>
          <a:noFill/>
          <a:ln>
            <a:noFill/>
          </a:ln>
        </p:spPr>
      </p:pic>
      <p:pic>
        <p:nvPicPr>
          <p:cNvPr id="724" name="Google Shape;724;p63"/>
          <p:cNvPicPr preferRelativeResize="0"/>
          <p:nvPr/>
        </p:nvPicPr>
        <p:blipFill>
          <a:blip r:embed="rId4">
            <a:alphaModFix/>
          </a:blip>
          <a:stretch>
            <a:fillRect/>
          </a:stretch>
        </p:blipFill>
        <p:spPr>
          <a:xfrm rot="-1800008">
            <a:off x="7074735" y="2642879"/>
            <a:ext cx="2824054" cy="3335165"/>
          </a:xfrm>
          <a:prstGeom prst="rect">
            <a:avLst/>
          </a:prstGeom>
          <a:noFill/>
          <a:ln>
            <a:noFill/>
          </a:ln>
        </p:spPr>
      </p:pic>
      <p:pic>
        <p:nvPicPr>
          <p:cNvPr id="5" name="Picture 4">
            <a:extLst>
              <a:ext uri="{FF2B5EF4-FFF2-40B4-BE49-F238E27FC236}">
                <a16:creationId xmlns:a16="http://schemas.microsoft.com/office/drawing/2014/main" id="{576722E4-005F-99B0-1B1C-5BF82C19FC79}"/>
              </a:ext>
            </a:extLst>
          </p:cNvPr>
          <p:cNvPicPr>
            <a:picLocks noChangeAspect="1"/>
          </p:cNvPicPr>
          <p:nvPr/>
        </p:nvPicPr>
        <p:blipFill>
          <a:blip r:embed="rId5"/>
          <a:stretch>
            <a:fillRect/>
          </a:stretch>
        </p:blipFill>
        <p:spPr>
          <a:xfrm>
            <a:off x="4889127" y="895732"/>
            <a:ext cx="1841278" cy="292207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1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70"/>
          <p:cNvSpPr txBox="1">
            <a:spLocks noGrp="1"/>
          </p:cNvSpPr>
          <p:nvPr>
            <p:ph type="title"/>
          </p:nvPr>
        </p:nvSpPr>
        <p:spPr>
          <a:xfrm>
            <a:off x="2343923" y="1491513"/>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8800" dirty="0">
                <a:solidFill>
                  <a:schemeClr val="accent1"/>
                </a:solidFill>
                <a:latin typeface="Playball"/>
                <a:ea typeface="Playball"/>
                <a:cs typeface="Playball"/>
                <a:sym typeface="Playball"/>
              </a:rPr>
              <a:t>Thanks!</a:t>
            </a:r>
            <a:endParaRPr sz="8800" dirty="0">
              <a:solidFill>
                <a:schemeClr val="accent1"/>
              </a:solidFill>
              <a:latin typeface="Playball"/>
              <a:ea typeface="Playball"/>
              <a:cs typeface="Playball"/>
              <a:sym typeface="Playball"/>
            </a:endParaRPr>
          </a:p>
        </p:txBody>
      </p:sp>
      <p:grpSp>
        <p:nvGrpSpPr>
          <p:cNvPr id="896" name="Google Shape;896;p70"/>
          <p:cNvGrpSpPr/>
          <p:nvPr/>
        </p:nvGrpSpPr>
        <p:grpSpPr>
          <a:xfrm>
            <a:off x="4900912" y="3093318"/>
            <a:ext cx="448002" cy="439694"/>
            <a:chOff x="3763184" y="3817357"/>
            <a:chExt cx="363314" cy="356576"/>
          </a:xfrm>
        </p:grpSpPr>
        <p:sp>
          <p:nvSpPr>
            <p:cNvPr id="897" name="Google Shape;897;p70"/>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70"/>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686868">
                <a:alpha val="23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70"/>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70"/>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0"/>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 name="Google Shape;902;p70"/>
          <p:cNvGrpSpPr/>
          <p:nvPr/>
        </p:nvGrpSpPr>
        <p:grpSpPr>
          <a:xfrm>
            <a:off x="4347948" y="3093318"/>
            <a:ext cx="447517" cy="440050"/>
            <a:chOff x="3314750" y="3817357"/>
            <a:chExt cx="362920" cy="356865"/>
          </a:xfrm>
        </p:grpSpPr>
        <p:grpSp>
          <p:nvGrpSpPr>
            <p:cNvPr id="903" name="Google Shape;903;p70"/>
            <p:cNvGrpSpPr/>
            <p:nvPr/>
          </p:nvGrpSpPr>
          <p:grpSpPr>
            <a:xfrm>
              <a:off x="3314750" y="3817357"/>
              <a:ext cx="362920" cy="356865"/>
              <a:chOff x="3314750" y="3817357"/>
              <a:chExt cx="362920" cy="356865"/>
            </a:xfrm>
          </p:grpSpPr>
          <p:sp>
            <p:nvSpPr>
              <p:cNvPr id="904" name="Google Shape;904;p70"/>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70"/>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686868">
                  <a:alpha val="23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70"/>
            <p:cNvGrpSpPr/>
            <p:nvPr/>
          </p:nvGrpSpPr>
          <p:grpSpPr>
            <a:xfrm>
              <a:off x="3394986" y="3894612"/>
              <a:ext cx="202339" cy="202323"/>
              <a:chOff x="935197" y="1793977"/>
              <a:chExt cx="256451" cy="256430"/>
            </a:xfrm>
          </p:grpSpPr>
          <p:sp>
            <p:nvSpPr>
              <p:cNvPr id="907" name="Google Shape;907;p7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9" name="Google Shape;909;p70"/>
          <p:cNvGrpSpPr/>
          <p:nvPr/>
        </p:nvGrpSpPr>
        <p:grpSpPr>
          <a:xfrm>
            <a:off x="3794984" y="3093318"/>
            <a:ext cx="447517" cy="440050"/>
            <a:chOff x="2866317" y="3817357"/>
            <a:chExt cx="362920" cy="356865"/>
          </a:xfrm>
        </p:grpSpPr>
        <p:sp>
          <p:nvSpPr>
            <p:cNvPr id="910" name="Google Shape;910;p70"/>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70"/>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686868">
                <a:alpha val="23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70"/>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B23D975F-1D87-761E-D319-EC1347E1C021}"/>
              </a:ext>
            </a:extLst>
          </p:cNvPr>
          <p:cNvSpPr/>
          <p:nvPr/>
        </p:nvSpPr>
        <p:spPr>
          <a:xfrm>
            <a:off x="2028510" y="3600088"/>
            <a:ext cx="5199715" cy="7966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What is your favorite book? Celebrate Family Literacy Day by Slidesgo">
  <a:themeElements>
    <a:clrScheme name="Simple Light">
      <a:dk1>
        <a:srgbClr val="454943"/>
      </a:dk1>
      <a:lt1>
        <a:srgbClr val="5F6E59"/>
      </a:lt1>
      <a:dk2>
        <a:srgbClr val="904834"/>
      </a:dk2>
      <a:lt2>
        <a:srgbClr val="CBBCA4"/>
      </a:lt2>
      <a:accent1>
        <a:srgbClr val="F7F5E9"/>
      </a:accent1>
      <a:accent2>
        <a:srgbClr val="FFFFFF"/>
      </a:accent2>
      <a:accent3>
        <a:srgbClr val="FFFFFF"/>
      </a:accent3>
      <a:accent4>
        <a:srgbClr val="FFFFFF"/>
      </a:accent4>
      <a:accent5>
        <a:srgbClr val="FFFFFF"/>
      </a:accent5>
      <a:accent6>
        <a:srgbClr val="FFFFFF"/>
      </a:accent6>
      <a:hlink>
        <a:srgbClr val="4549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1053</Words>
  <Application>Microsoft Office PowerPoint</Application>
  <PresentationFormat>On-screen Show (16:9)</PresentationFormat>
  <Paragraphs>68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IBM Plex Serif</vt:lpstr>
      <vt:lpstr>IBM Plex Serif SemiBold</vt:lpstr>
      <vt:lpstr>Playball</vt:lpstr>
      <vt:lpstr>Archivo</vt:lpstr>
      <vt:lpstr>Arial</vt:lpstr>
      <vt:lpstr>What is your favorite book? Celebrate Family Literacy Day by Slidesgo</vt:lpstr>
      <vt:lpstr>Thực hành tin học  Nhóm 1-12a1</vt:lpstr>
      <vt:lpstr>Tên thành viên nhóm </vt:lpstr>
      <vt:lpstr>Phân Công Nhiệm Vụ </vt:lpstr>
      <vt:lpstr>Phân Công Nhiệm Vụ </vt:lpstr>
      <vt:lpstr>Phân Công Nhiệm Vụ </vt:lpstr>
      <vt:lpstr>Phân Công Nhiệm Vụ </vt:lpstr>
      <vt:lpstr>Phân Công Nhiệm Vụ </vt:lpstr>
      <vt:lpstr>Phân Công Nhiệm Vụ </vt:lpstr>
      <vt:lpstr>Nội dung </vt:lpstr>
      <vt:lpstr>Mục đích và ý tưởng</vt:lpstr>
      <vt:lpstr>Mục đích hoạt động </vt:lpstr>
      <vt:lpstr>Ý tưởng hoạt động </vt:lpstr>
      <vt:lpstr>Kĩ Thuật </vt:lpstr>
      <vt:lpstr>Kĩ Thuật </vt:lpstr>
      <vt:lpstr>Tự Đánh Giá </vt:lpstr>
      <vt:lpstr>Tự đánh giá </vt:lpstr>
      <vt:lpstr>Tự đánh giá </vt:lpstr>
      <vt:lpstr>Nguồn tham khảo </vt:lpstr>
      <vt:lpstr> Internet</vt:lpstr>
      <vt:lpstr>Chatbot AI </vt:lpstr>
      <vt:lpstr>Các Fanpages của các trường và đoàn trường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My PC DUCK</cp:lastModifiedBy>
  <cp:revision>1</cp:revision>
  <dcterms:modified xsi:type="dcterms:W3CDTF">2026-01-26T17:35:59Z</dcterms:modified>
</cp:coreProperties>
</file>